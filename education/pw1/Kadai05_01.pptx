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9" r:id="rId4"/>
    <p:sldId id="260" r:id="rId5"/>
    <p:sldId id="261" r:id="rId6"/>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94660"/>
  </p:normalViewPr>
  <p:slideViewPr>
    <p:cSldViewPr>
      <p:cViewPr varScale="1">
        <p:scale>
          <a:sx n="84" d="100"/>
          <a:sy n="84" d="100"/>
        </p:scale>
        <p:origin x="-534" y="-9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0" y="1268761"/>
            <a:ext cx="9144000" cy="2160239"/>
          </a:xfrm>
          <a:solidFill>
            <a:schemeClr val="tx2"/>
          </a:solidFill>
        </p:spPr>
        <p:txBody>
          <a:bodyPr>
            <a:normAutofit/>
          </a:bodyPr>
          <a:lstStyle>
            <a:lvl1pPr>
              <a:defRPr sz="4400" b="1">
                <a:solidFill>
                  <a:schemeClr val="bg1"/>
                </a:solidFill>
              </a:defRPr>
            </a:lvl1pPr>
          </a:lstStyle>
          <a:p>
            <a:r>
              <a:rPr lang="ja-JP" altLang="en-US" smtClean="0"/>
              <a:t>マスター タイトルの書式設定</a:t>
            </a:r>
            <a:endParaRPr lang="ja-JP" altLang="en-US" dirty="0"/>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smtClean="0"/>
              <a:t>マスター サブタイトルの書式設定</a:t>
            </a:r>
            <a:endParaRPr lang="ja-JP" altLang="en-US"/>
          </a:p>
        </p:txBody>
      </p:sp>
      <p:sp>
        <p:nvSpPr>
          <p:cNvPr id="4" name="日付プレースホルダ 3"/>
          <p:cNvSpPr>
            <a:spLocks noGrp="1"/>
          </p:cNvSpPr>
          <p:nvPr>
            <p:ph type="dt" sz="half" idx="10"/>
          </p:nvPr>
        </p:nvSpPr>
        <p:spPr/>
        <p:txBody>
          <a:bodyPr/>
          <a:lstStyle>
            <a:lvl1pPr>
              <a:defRPr/>
            </a:lvl1pPr>
          </a:lstStyle>
          <a:p>
            <a:fld id="{E90ED720-0104-4369-84BC-D37694168613}" type="datetimeFigureOut">
              <a:rPr kumimoji="1" lang="ja-JP" altLang="en-US" smtClean="0"/>
              <a:t>2017/5/8</a:t>
            </a:fld>
            <a:endParaRPr kumimoji="1" lang="ja-JP" altLang="en-US"/>
          </a:p>
        </p:txBody>
      </p:sp>
      <p:sp>
        <p:nvSpPr>
          <p:cNvPr id="5" name="フッター プレースホルダ 4"/>
          <p:cNvSpPr>
            <a:spLocks noGrp="1"/>
          </p:cNvSpPr>
          <p:nvPr>
            <p:ph type="ftr" sz="quarter" idx="11"/>
          </p:nvPr>
        </p:nvSpPr>
        <p:spPr/>
        <p:txBody>
          <a:bodyPr/>
          <a:lstStyle>
            <a:lvl1pPr>
              <a:defRPr/>
            </a:lvl1pPr>
          </a:lstStyle>
          <a:p>
            <a:endParaRPr kumimoji="1" lang="ja-JP" altLang="en-US"/>
          </a:p>
        </p:txBody>
      </p:sp>
      <p:sp>
        <p:nvSpPr>
          <p:cNvPr id="6" name="スライド番号プレースホルダ 5"/>
          <p:cNvSpPr>
            <a:spLocks noGrp="1"/>
          </p:cNvSpPr>
          <p:nvPr>
            <p:ph type="sldNum" sz="quarter" idx="12"/>
          </p:nvPr>
        </p:nvSpPr>
        <p:spPr/>
        <p:txBody>
          <a:bodyPr/>
          <a:lstStyle>
            <a:lvl1pPr>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20259415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9144000" cy="980728"/>
          </a:xfrm>
          <a:solidFill>
            <a:schemeClr val="tx2"/>
          </a:solidFill>
        </p:spPr>
        <p:txBody>
          <a:bodyPr anchor="b">
            <a:normAutofit/>
          </a:bodyPr>
          <a:lstStyle>
            <a:lvl1pPr marL="0" indent="357188" algn="l">
              <a:defRPr sz="4000" b="1">
                <a:solidFill>
                  <a:schemeClr val="bg1"/>
                </a:solidFill>
              </a:defRPr>
            </a:lvl1pPr>
          </a:lstStyle>
          <a:p>
            <a:r>
              <a:rPr lang="ja-JP" altLang="en-US" smtClean="0"/>
              <a:t>マスター タイトルの書式設定</a:t>
            </a:r>
            <a:endParaRPr lang="ja-JP" altLang="en-US" dirty="0"/>
          </a:p>
        </p:txBody>
      </p:sp>
      <p:sp>
        <p:nvSpPr>
          <p:cNvPr id="3" name="コンテンツ プレースホルダ 2"/>
          <p:cNvSpPr>
            <a:spLocks noGrp="1"/>
          </p:cNvSpPr>
          <p:nvPr>
            <p:ph idx="1"/>
          </p:nvPr>
        </p:nvSpPr>
        <p:spPr>
          <a:xfrm>
            <a:off x="457200" y="1268760"/>
            <a:ext cx="8229600" cy="4857403"/>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dirty="0"/>
          </a:p>
        </p:txBody>
      </p:sp>
      <p:sp>
        <p:nvSpPr>
          <p:cNvPr id="4" name="日付プレースホルダ 3"/>
          <p:cNvSpPr>
            <a:spLocks noGrp="1"/>
          </p:cNvSpPr>
          <p:nvPr>
            <p:ph type="dt" sz="half" idx="10"/>
          </p:nvPr>
        </p:nvSpPr>
        <p:spPr>
          <a:xfrm>
            <a:off x="457200" y="6308725"/>
            <a:ext cx="2133600" cy="365125"/>
          </a:xfrm>
        </p:spPr>
        <p:txBody>
          <a:bodyPr/>
          <a:lstStyle>
            <a:lvl1pPr>
              <a:defRPr sz="1800"/>
            </a:lvl1pPr>
          </a:lstStyle>
          <a:p>
            <a:fld id="{E90ED720-0104-4369-84BC-D37694168613}" type="datetimeFigureOut">
              <a:rPr kumimoji="1" lang="ja-JP" altLang="en-US" smtClean="0"/>
              <a:t>2017/5/8</a:t>
            </a:fld>
            <a:endParaRPr kumimoji="1" lang="ja-JP" altLang="en-US"/>
          </a:p>
        </p:txBody>
      </p:sp>
      <p:sp>
        <p:nvSpPr>
          <p:cNvPr id="5" name="フッター プレースホルダ 4"/>
          <p:cNvSpPr>
            <a:spLocks noGrp="1"/>
          </p:cNvSpPr>
          <p:nvPr>
            <p:ph type="ftr" sz="quarter" idx="11"/>
          </p:nvPr>
        </p:nvSpPr>
        <p:spPr>
          <a:xfrm>
            <a:off x="3124200" y="6308725"/>
            <a:ext cx="2895600" cy="365125"/>
          </a:xfrm>
        </p:spPr>
        <p:txBody>
          <a:bodyPr/>
          <a:lstStyle>
            <a:lvl1pPr>
              <a:defRPr sz="1800"/>
            </a:lvl1pPr>
          </a:lstStyle>
          <a:p>
            <a:endParaRPr kumimoji="1" lang="ja-JP" altLang="en-US"/>
          </a:p>
        </p:txBody>
      </p:sp>
      <p:sp>
        <p:nvSpPr>
          <p:cNvPr id="6" name="スライド番号プレースホルダ 5"/>
          <p:cNvSpPr>
            <a:spLocks noGrp="1"/>
          </p:cNvSpPr>
          <p:nvPr>
            <p:ph type="sldNum" sz="quarter" idx="12"/>
          </p:nvPr>
        </p:nvSpPr>
        <p:spPr>
          <a:xfrm>
            <a:off x="8172450" y="6308725"/>
            <a:ext cx="514350" cy="365125"/>
          </a:xfrm>
          <a:solidFill>
            <a:schemeClr val="tx2"/>
          </a:solidFill>
        </p:spPr>
        <p:txBody>
          <a:bodyPr/>
          <a:lstStyle>
            <a:lvl1pPr algn="ctr">
              <a:defRPr sz="1800" smtClean="0">
                <a:solidFill>
                  <a:schemeClr val="bg1"/>
                </a:solidFill>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41828818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lang="ja-JP" altLang="en-US" smtClean="0"/>
              <a:t>マスター タイトルの書式設定</a:t>
            </a:r>
            <a:endParaRPr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smtClean="0"/>
              <a:t>マスター テキストの書式設定</a:t>
            </a:r>
          </a:p>
        </p:txBody>
      </p:sp>
      <p:sp>
        <p:nvSpPr>
          <p:cNvPr id="4" name="日付プレースホルダ 3"/>
          <p:cNvSpPr>
            <a:spLocks noGrp="1"/>
          </p:cNvSpPr>
          <p:nvPr>
            <p:ph type="dt" sz="half" idx="10"/>
          </p:nvPr>
        </p:nvSpPr>
        <p:spPr/>
        <p:txBody>
          <a:bodyPr/>
          <a:lstStyle>
            <a:lvl1pPr>
              <a:defRPr/>
            </a:lvl1pPr>
          </a:lstStyle>
          <a:p>
            <a:fld id="{E90ED720-0104-4369-84BC-D37694168613}" type="datetimeFigureOut">
              <a:rPr kumimoji="1" lang="ja-JP" altLang="en-US" smtClean="0"/>
              <a:t>2017/5/8</a:t>
            </a:fld>
            <a:endParaRPr kumimoji="1" lang="ja-JP" altLang="en-US"/>
          </a:p>
        </p:txBody>
      </p:sp>
      <p:sp>
        <p:nvSpPr>
          <p:cNvPr id="5" name="フッター プレースホルダ 4"/>
          <p:cNvSpPr>
            <a:spLocks noGrp="1"/>
          </p:cNvSpPr>
          <p:nvPr>
            <p:ph type="ftr" sz="quarter" idx="11"/>
          </p:nvPr>
        </p:nvSpPr>
        <p:spPr/>
        <p:txBody>
          <a:bodyPr/>
          <a:lstStyle>
            <a:lvl1pPr>
              <a:defRPr/>
            </a:lvl1pPr>
          </a:lstStyle>
          <a:p>
            <a:endParaRPr kumimoji="1" lang="ja-JP" altLang="en-US"/>
          </a:p>
        </p:txBody>
      </p:sp>
      <p:sp>
        <p:nvSpPr>
          <p:cNvPr id="6" name="スライド番号プレースホルダ 5"/>
          <p:cNvSpPr>
            <a:spLocks noGrp="1"/>
          </p:cNvSpPr>
          <p:nvPr>
            <p:ph type="sldNum" sz="quarter" idx="12"/>
          </p:nvPr>
        </p:nvSpPr>
        <p:spPr/>
        <p:txBody>
          <a:bodyPr/>
          <a:lstStyle>
            <a:lvl1pPr>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2043957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0" y="-27384"/>
            <a:ext cx="9144000" cy="1008459"/>
          </a:xfrm>
          <a:solidFill>
            <a:schemeClr val="tx2"/>
          </a:solidFill>
        </p:spPr>
        <p:txBody>
          <a:bodyPr anchor="b">
            <a:normAutofit/>
          </a:bodyPr>
          <a:lstStyle>
            <a:lvl1pPr marL="357188" indent="0" algn="l">
              <a:defRPr sz="4000" b="1">
                <a:solidFill>
                  <a:schemeClr val="bg1"/>
                </a:solidFill>
              </a:defRPr>
            </a:lvl1pPr>
          </a:lstStyle>
          <a:p>
            <a:r>
              <a:rPr lang="ja-JP" altLang="en-US" smtClean="0"/>
              <a:t>マスター タイトルの書式設定</a:t>
            </a:r>
            <a:endParaRPr lang="ja-JP" altLang="en-US" dirty="0"/>
          </a:p>
        </p:txBody>
      </p:sp>
      <p:sp>
        <p:nvSpPr>
          <p:cNvPr id="3" name="コンテンツ プレースホルダ 2"/>
          <p:cNvSpPr>
            <a:spLocks noGrp="1"/>
          </p:cNvSpPr>
          <p:nvPr>
            <p:ph sz="half" idx="1"/>
          </p:nvPr>
        </p:nvSpPr>
        <p:spPr>
          <a:xfrm>
            <a:off x="457200" y="1341438"/>
            <a:ext cx="4038600" cy="4784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dirty="0"/>
          </a:p>
        </p:txBody>
      </p:sp>
      <p:sp>
        <p:nvSpPr>
          <p:cNvPr id="4" name="コンテンツ プレースホルダ 3"/>
          <p:cNvSpPr>
            <a:spLocks noGrp="1"/>
          </p:cNvSpPr>
          <p:nvPr>
            <p:ph sz="half" idx="2"/>
          </p:nvPr>
        </p:nvSpPr>
        <p:spPr>
          <a:xfrm>
            <a:off x="4648200" y="1341438"/>
            <a:ext cx="4038600" cy="4784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日付プレースホルダ 4"/>
          <p:cNvSpPr>
            <a:spLocks noGrp="1"/>
          </p:cNvSpPr>
          <p:nvPr>
            <p:ph type="dt" sz="half" idx="10"/>
          </p:nvPr>
        </p:nvSpPr>
        <p:spPr>
          <a:xfrm>
            <a:off x="457200" y="6308725"/>
            <a:ext cx="2133600" cy="365125"/>
          </a:xfrm>
        </p:spPr>
        <p:txBody>
          <a:bodyPr/>
          <a:lstStyle>
            <a:lvl1pPr>
              <a:defRPr sz="1800"/>
            </a:lvl1pPr>
          </a:lstStyle>
          <a:p>
            <a:fld id="{E90ED720-0104-4369-84BC-D37694168613}" type="datetimeFigureOut">
              <a:rPr kumimoji="1" lang="ja-JP" altLang="en-US" smtClean="0"/>
              <a:t>2017/5/8</a:t>
            </a:fld>
            <a:endParaRPr kumimoji="1" lang="ja-JP" altLang="en-US"/>
          </a:p>
        </p:txBody>
      </p:sp>
      <p:sp>
        <p:nvSpPr>
          <p:cNvPr id="6" name="フッター プレースホルダ 5"/>
          <p:cNvSpPr>
            <a:spLocks noGrp="1"/>
          </p:cNvSpPr>
          <p:nvPr>
            <p:ph type="ftr" sz="quarter" idx="11"/>
          </p:nvPr>
        </p:nvSpPr>
        <p:spPr>
          <a:xfrm>
            <a:off x="3124200" y="6308725"/>
            <a:ext cx="2895600" cy="365125"/>
          </a:xfrm>
        </p:spPr>
        <p:txBody>
          <a:bodyPr/>
          <a:lstStyle>
            <a:lvl1pPr>
              <a:defRPr sz="1800"/>
            </a:lvl1pPr>
          </a:lstStyle>
          <a:p>
            <a:endParaRPr kumimoji="1" lang="ja-JP" altLang="en-US"/>
          </a:p>
        </p:txBody>
      </p:sp>
      <p:sp>
        <p:nvSpPr>
          <p:cNvPr id="7" name="スライド番号プレースホルダ 6"/>
          <p:cNvSpPr>
            <a:spLocks noGrp="1"/>
          </p:cNvSpPr>
          <p:nvPr>
            <p:ph type="sldNum" sz="quarter" idx="12"/>
          </p:nvPr>
        </p:nvSpPr>
        <p:spPr>
          <a:xfrm>
            <a:off x="8172450" y="6308725"/>
            <a:ext cx="514350" cy="365125"/>
          </a:xfrm>
          <a:solidFill>
            <a:schemeClr val="tx2"/>
          </a:solidFill>
        </p:spPr>
        <p:txBody>
          <a:bodyPr/>
          <a:lstStyle>
            <a:lvl1pPr>
              <a:defRPr sz="1800" smtClean="0">
                <a:solidFill>
                  <a:schemeClr val="bg1"/>
                </a:solidFill>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23052303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smtClean="0"/>
              <a:t>マスター タイトルの書式設定</a:t>
            </a:r>
            <a:endParaRPr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smtClean="0"/>
              <a:t>マスター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7" name="日付プレースホルダ 6"/>
          <p:cNvSpPr>
            <a:spLocks noGrp="1"/>
          </p:cNvSpPr>
          <p:nvPr>
            <p:ph type="dt" sz="half" idx="10"/>
          </p:nvPr>
        </p:nvSpPr>
        <p:spPr/>
        <p:txBody>
          <a:bodyPr/>
          <a:lstStyle>
            <a:lvl1pPr>
              <a:defRPr sz="1800"/>
            </a:lvl1pPr>
          </a:lstStyle>
          <a:p>
            <a:fld id="{E90ED720-0104-4369-84BC-D37694168613}" type="datetimeFigureOut">
              <a:rPr kumimoji="1" lang="ja-JP" altLang="en-US" smtClean="0"/>
              <a:t>2017/5/8</a:t>
            </a:fld>
            <a:endParaRPr kumimoji="1" lang="ja-JP" altLang="en-US"/>
          </a:p>
        </p:txBody>
      </p:sp>
      <p:sp>
        <p:nvSpPr>
          <p:cNvPr id="8" name="フッター プレースホルダ 7"/>
          <p:cNvSpPr>
            <a:spLocks noGrp="1"/>
          </p:cNvSpPr>
          <p:nvPr>
            <p:ph type="ftr" sz="quarter" idx="11"/>
          </p:nvPr>
        </p:nvSpPr>
        <p:spPr/>
        <p:txBody>
          <a:bodyPr/>
          <a:lstStyle>
            <a:lvl1pPr>
              <a:defRPr sz="1800"/>
            </a:lvl1pPr>
          </a:lstStyle>
          <a:p>
            <a:endParaRPr kumimoji="1" lang="ja-JP" altLang="en-US"/>
          </a:p>
        </p:txBody>
      </p:sp>
      <p:sp>
        <p:nvSpPr>
          <p:cNvPr id="9" name="スライド番号プレースホルダ 8"/>
          <p:cNvSpPr>
            <a:spLocks noGrp="1"/>
          </p:cNvSpPr>
          <p:nvPr>
            <p:ph type="sldNum" sz="quarter" idx="12"/>
          </p:nvPr>
        </p:nvSpPr>
        <p:spPr/>
        <p:txBody>
          <a:bodyPr/>
          <a:lstStyle>
            <a:lvl1pPr>
              <a:defRPr sz="1800" smtClean="0"/>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2465614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9144000" cy="981075"/>
          </a:xfrm>
          <a:solidFill>
            <a:schemeClr val="tx2"/>
          </a:solidFill>
        </p:spPr>
        <p:txBody>
          <a:bodyPr anchor="b">
            <a:normAutofit/>
          </a:bodyPr>
          <a:lstStyle>
            <a:lvl1pPr marL="357188" indent="0" algn="l">
              <a:defRPr sz="4000" b="1">
                <a:solidFill>
                  <a:schemeClr val="bg1"/>
                </a:solidFill>
              </a:defRPr>
            </a:lvl1pPr>
          </a:lstStyle>
          <a:p>
            <a:r>
              <a:rPr lang="ja-JP" altLang="en-US" smtClean="0"/>
              <a:t>マスター タイトルの書式設定</a:t>
            </a:r>
            <a:endParaRPr lang="ja-JP" altLang="en-US" dirty="0"/>
          </a:p>
        </p:txBody>
      </p:sp>
      <p:sp>
        <p:nvSpPr>
          <p:cNvPr id="3" name="日付プレースホルダ 2"/>
          <p:cNvSpPr>
            <a:spLocks noGrp="1"/>
          </p:cNvSpPr>
          <p:nvPr>
            <p:ph type="dt" sz="half" idx="10"/>
          </p:nvPr>
        </p:nvSpPr>
        <p:spPr>
          <a:xfrm>
            <a:off x="457200" y="6308725"/>
            <a:ext cx="2133600" cy="365125"/>
          </a:xfrm>
        </p:spPr>
        <p:txBody>
          <a:bodyPr/>
          <a:lstStyle>
            <a:lvl1pPr>
              <a:defRPr sz="1800"/>
            </a:lvl1pPr>
          </a:lstStyle>
          <a:p>
            <a:fld id="{E90ED720-0104-4369-84BC-D37694168613}" type="datetimeFigureOut">
              <a:rPr kumimoji="1" lang="ja-JP" altLang="en-US" smtClean="0"/>
              <a:t>2017/5/8</a:t>
            </a:fld>
            <a:endParaRPr kumimoji="1" lang="ja-JP" altLang="en-US"/>
          </a:p>
        </p:txBody>
      </p:sp>
      <p:sp>
        <p:nvSpPr>
          <p:cNvPr id="4" name="フッター プレースホルダ 3"/>
          <p:cNvSpPr>
            <a:spLocks noGrp="1"/>
          </p:cNvSpPr>
          <p:nvPr>
            <p:ph type="ftr" sz="quarter" idx="11"/>
          </p:nvPr>
        </p:nvSpPr>
        <p:spPr>
          <a:xfrm>
            <a:off x="3124200" y="6308725"/>
            <a:ext cx="2895600" cy="365125"/>
          </a:xfrm>
        </p:spPr>
        <p:txBody>
          <a:bodyPr/>
          <a:lstStyle>
            <a:lvl1pPr>
              <a:defRPr sz="1800"/>
            </a:lvl1pPr>
          </a:lstStyle>
          <a:p>
            <a:endParaRPr kumimoji="1" lang="ja-JP" altLang="en-US"/>
          </a:p>
        </p:txBody>
      </p:sp>
      <p:sp>
        <p:nvSpPr>
          <p:cNvPr id="5" name="スライド番号プレースホルダ 4"/>
          <p:cNvSpPr>
            <a:spLocks noGrp="1"/>
          </p:cNvSpPr>
          <p:nvPr>
            <p:ph type="sldNum" sz="quarter" idx="12"/>
          </p:nvPr>
        </p:nvSpPr>
        <p:spPr>
          <a:xfrm>
            <a:off x="8172450" y="6308725"/>
            <a:ext cx="514350" cy="365125"/>
          </a:xfrm>
          <a:solidFill>
            <a:schemeClr val="tx2"/>
          </a:solidFill>
        </p:spPr>
        <p:txBody>
          <a:bodyPr/>
          <a:lstStyle>
            <a:lvl1pPr>
              <a:defRPr sz="1800" smtClean="0">
                <a:solidFill>
                  <a:schemeClr val="bg1"/>
                </a:solidFill>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164131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a:xfrm>
            <a:off x="457200" y="6308725"/>
            <a:ext cx="2133600" cy="365125"/>
          </a:xfrm>
        </p:spPr>
        <p:txBody>
          <a:bodyPr/>
          <a:lstStyle>
            <a:lvl1pPr>
              <a:defRPr sz="1800"/>
            </a:lvl1pPr>
          </a:lstStyle>
          <a:p>
            <a:fld id="{E90ED720-0104-4369-84BC-D37694168613}" type="datetimeFigureOut">
              <a:rPr kumimoji="1" lang="ja-JP" altLang="en-US" smtClean="0"/>
              <a:t>2017/5/8</a:t>
            </a:fld>
            <a:endParaRPr kumimoji="1" lang="ja-JP" altLang="en-US"/>
          </a:p>
        </p:txBody>
      </p:sp>
      <p:sp>
        <p:nvSpPr>
          <p:cNvPr id="3" name="フッター プレースホルダ 2"/>
          <p:cNvSpPr>
            <a:spLocks noGrp="1"/>
          </p:cNvSpPr>
          <p:nvPr>
            <p:ph type="ftr" sz="quarter" idx="11"/>
          </p:nvPr>
        </p:nvSpPr>
        <p:spPr>
          <a:xfrm>
            <a:off x="3124200" y="6308725"/>
            <a:ext cx="2895600" cy="365125"/>
          </a:xfrm>
        </p:spPr>
        <p:txBody>
          <a:bodyPr/>
          <a:lstStyle>
            <a:lvl1pPr>
              <a:defRPr sz="1800"/>
            </a:lvl1pPr>
          </a:lstStyle>
          <a:p>
            <a:endParaRPr kumimoji="1" lang="ja-JP" altLang="en-US"/>
          </a:p>
        </p:txBody>
      </p:sp>
      <p:sp>
        <p:nvSpPr>
          <p:cNvPr id="4" name="スライド番号プレースホルダ 3"/>
          <p:cNvSpPr>
            <a:spLocks noGrp="1"/>
          </p:cNvSpPr>
          <p:nvPr>
            <p:ph type="sldNum" sz="quarter" idx="12"/>
          </p:nvPr>
        </p:nvSpPr>
        <p:spPr>
          <a:xfrm>
            <a:off x="8172450" y="6308725"/>
            <a:ext cx="514350" cy="365125"/>
          </a:xfrm>
          <a:solidFill>
            <a:schemeClr val="tx2"/>
          </a:solidFill>
        </p:spPr>
        <p:txBody>
          <a:bodyPr/>
          <a:lstStyle>
            <a:lvl1pPr>
              <a:defRPr sz="1800" smtClean="0">
                <a:solidFill>
                  <a:schemeClr val="bg1"/>
                </a:solidFill>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924837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smtClean="0"/>
              <a:t>マスター タイトルの書式設定</a:t>
            </a:r>
            <a:endParaRPr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日付プレースホルダ 4"/>
          <p:cNvSpPr>
            <a:spLocks noGrp="1"/>
          </p:cNvSpPr>
          <p:nvPr>
            <p:ph type="dt" sz="half" idx="10"/>
          </p:nvPr>
        </p:nvSpPr>
        <p:spPr>
          <a:xfrm>
            <a:off x="457200" y="6308725"/>
            <a:ext cx="2133600" cy="365125"/>
          </a:xfrm>
        </p:spPr>
        <p:txBody>
          <a:bodyPr/>
          <a:lstStyle>
            <a:lvl1pPr>
              <a:defRPr sz="1800"/>
            </a:lvl1pPr>
          </a:lstStyle>
          <a:p>
            <a:fld id="{E90ED720-0104-4369-84BC-D37694168613}" type="datetimeFigureOut">
              <a:rPr kumimoji="1" lang="ja-JP" altLang="en-US" smtClean="0"/>
              <a:t>2017/5/8</a:t>
            </a:fld>
            <a:endParaRPr kumimoji="1" lang="ja-JP" altLang="en-US"/>
          </a:p>
        </p:txBody>
      </p:sp>
      <p:sp>
        <p:nvSpPr>
          <p:cNvPr id="6" name="フッター プレースホルダ 5"/>
          <p:cNvSpPr>
            <a:spLocks noGrp="1"/>
          </p:cNvSpPr>
          <p:nvPr>
            <p:ph type="ftr" sz="quarter" idx="11"/>
          </p:nvPr>
        </p:nvSpPr>
        <p:spPr>
          <a:xfrm>
            <a:off x="3124200" y="6308725"/>
            <a:ext cx="2895600" cy="365125"/>
          </a:xfrm>
        </p:spPr>
        <p:txBody>
          <a:bodyPr/>
          <a:lstStyle>
            <a:lvl1pPr>
              <a:defRPr sz="1800"/>
            </a:lvl1pPr>
          </a:lstStyle>
          <a:p>
            <a:endParaRPr kumimoji="1" lang="ja-JP" altLang="en-US"/>
          </a:p>
        </p:txBody>
      </p:sp>
      <p:sp>
        <p:nvSpPr>
          <p:cNvPr id="7" name="スライド番号プレースホルダ 6"/>
          <p:cNvSpPr>
            <a:spLocks noGrp="1"/>
          </p:cNvSpPr>
          <p:nvPr>
            <p:ph type="sldNum" sz="quarter" idx="12"/>
          </p:nvPr>
        </p:nvSpPr>
        <p:spPr>
          <a:xfrm>
            <a:off x="8172450" y="6308725"/>
            <a:ext cx="514350" cy="365125"/>
          </a:xfrm>
          <a:solidFill>
            <a:schemeClr val="tx2"/>
          </a:solidFill>
        </p:spPr>
        <p:txBody>
          <a:bodyPr/>
          <a:lstStyle>
            <a:lvl1pPr>
              <a:defRPr sz="1800" smtClean="0">
                <a:solidFill>
                  <a:schemeClr val="bg1"/>
                </a:solidFill>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13980164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smtClean="0"/>
              <a:t>マスター タイトルの書式設定</a:t>
            </a:r>
            <a:endParaRPr lang="ja-JP" altLang="en-US"/>
          </a:p>
        </p:txBody>
      </p:sp>
      <p:sp>
        <p:nvSpPr>
          <p:cNvPr id="3" name="図プレースホルダ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smtClean="0"/>
              <a:t>アイコンをクリックして図を追加</a:t>
            </a:r>
            <a:endParaRPr lang="ja-JP" altLang="en-US" noProof="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smtClean="0"/>
              <a:t>マスター テキストの書式設定</a:t>
            </a:r>
          </a:p>
        </p:txBody>
      </p:sp>
      <p:sp>
        <p:nvSpPr>
          <p:cNvPr id="5" name="日付プレースホルダ 4"/>
          <p:cNvSpPr>
            <a:spLocks noGrp="1"/>
          </p:cNvSpPr>
          <p:nvPr>
            <p:ph type="dt" sz="half" idx="10"/>
          </p:nvPr>
        </p:nvSpPr>
        <p:spPr>
          <a:xfrm>
            <a:off x="457200" y="6308725"/>
            <a:ext cx="2133600" cy="365125"/>
          </a:xfrm>
        </p:spPr>
        <p:txBody>
          <a:bodyPr/>
          <a:lstStyle>
            <a:lvl1pPr>
              <a:defRPr sz="1800"/>
            </a:lvl1pPr>
          </a:lstStyle>
          <a:p>
            <a:fld id="{E90ED720-0104-4369-84BC-D37694168613}" type="datetimeFigureOut">
              <a:rPr kumimoji="1" lang="ja-JP" altLang="en-US" smtClean="0"/>
              <a:t>2017/5/8</a:t>
            </a:fld>
            <a:endParaRPr kumimoji="1" lang="ja-JP" altLang="en-US"/>
          </a:p>
        </p:txBody>
      </p:sp>
      <p:sp>
        <p:nvSpPr>
          <p:cNvPr id="6" name="フッター プレースホルダ 5"/>
          <p:cNvSpPr>
            <a:spLocks noGrp="1"/>
          </p:cNvSpPr>
          <p:nvPr>
            <p:ph type="ftr" sz="quarter" idx="11"/>
          </p:nvPr>
        </p:nvSpPr>
        <p:spPr>
          <a:xfrm>
            <a:off x="3124200" y="6308725"/>
            <a:ext cx="2895600" cy="365125"/>
          </a:xfrm>
        </p:spPr>
        <p:txBody>
          <a:bodyPr/>
          <a:lstStyle>
            <a:lvl1pPr>
              <a:defRPr sz="1800"/>
            </a:lvl1pPr>
          </a:lstStyle>
          <a:p>
            <a:endParaRPr kumimoji="1" lang="ja-JP" altLang="en-US"/>
          </a:p>
        </p:txBody>
      </p:sp>
      <p:sp>
        <p:nvSpPr>
          <p:cNvPr id="7" name="スライド番号プレースホルダ 6"/>
          <p:cNvSpPr>
            <a:spLocks noGrp="1"/>
          </p:cNvSpPr>
          <p:nvPr>
            <p:ph type="sldNum" sz="quarter" idx="12"/>
          </p:nvPr>
        </p:nvSpPr>
        <p:spPr>
          <a:xfrm>
            <a:off x="8172450" y="6308725"/>
            <a:ext cx="514350" cy="365125"/>
          </a:xfrm>
          <a:solidFill>
            <a:schemeClr val="tx2"/>
          </a:solidFill>
        </p:spPr>
        <p:txBody>
          <a:bodyPr/>
          <a:lstStyle>
            <a:lvl1pPr>
              <a:defRPr sz="1800" smtClean="0">
                <a:solidFill>
                  <a:schemeClr val="bg1"/>
                </a:solidFill>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31178325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smtClean="0"/>
              <a:t>マスター タイトルの書式設定</a:t>
            </a:r>
            <a:endParaRPr lang="ja-JP" altLang="en-US"/>
          </a:p>
        </p:txBody>
      </p:sp>
      <p:sp>
        <p:nvSpPr>
          <p:cNvPr id="3" name="縦書きテキスト プレースホルダ 2"/>
          <p:cNvSpPr>
            <a:spLocks noGrp="1"/>
          </p:cNvSpPr>
          <p:nvPr>
            <p:ph type="body" orient="vert" idx="1"/>
          </p:nvPr>
        </p:nvSpPr>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a:xfrm>
            <a:off x="457200" y="6308725"/>
            <a:ext cx="2133600" cy="365125"/>
          </a:xfrm>
        </p:spPr>
        <p:txBody>
          <a:bodyPr/>
          <a:lstStyle>
            <a:lvl1pPr>
              <a:defRPr sz="1800"/>
            </a:lvl1pPr>
          </a:lstStyle>
          <a:p>
            <a:fld id="{E90ED720-0104-4369-84BC-D37694168613}" type="datetimeFigureOut">
              <a:rPr kumimoji="1" lang="ja-JP" altLang="en-US" smtClean="0"/>
              <a:t>2017/5/8</a:t>
            </a:fld>
            <a:endParaRPr kumimoji="1" lang="ja-JP" altLang="en-US"/>
          </a:p>
        </p:txBody>
      </p:sp>
      <p:sp>
        <p:nvSpPr>
          <p:cNvPr id="5" name="フッター プレースホルダ 4"/>
          <p:cNvSpPr>
            <a:spLocks noGrp="1"/>
          </p:cNvSpPr>
          <p:nvPr>
            <p:ph type="ftr" sz="quarter" idx="11"/>
          </p:nvPr>
        </p:nvSpPr>
        <p:spPr>
          <a:xfrm>
            <a:off x="3124200" y="6308725"/>
            <a:ext cx="2895600" cy="365125"/>
          </a:xfrm>
        </p:spPr>
        <p:txBody>
          <a:bodyPr/>
          <a:lstStyle>
            <a:lvl1pPr>
              <a:defRPr sz="1800"/>
            </a:lvl1pPr>
          </a:lstStyle>
          <a:p>
            <a:endParaRPr kumimoji="1" lang="ja-JP" altLang="en-US"/>
          </a:p>
        </p:txBody>
      </p:sp>
      <p:sp>
        <p:nvSpPr>
          <p:cNvPr id="6" name="スライド番号プレースホルダ 5"/>
          <p:cNvSpPr>
            <a:spLocks noGrp="1"/>
          </p:cNvSpPr>
          <p:nvPr>
            <p:ph type="sldNum" sz="quarter" idx="12"/>
          </p:nvPr>
        </p:nvSpPr>
        <p:spPr>
          <a:xfrm>
            <a:off x="8172450" y="6308725"/>
            <a:ext cx="514350" cy="365125"/>
          </a:xfrm>
          <a:solidFill>
            <a:schemeClr val="tx2"/>
          </a:solidFill>
        </p:spPr>
        <p:txBody>
          <a:bodyPr/>
          <a:lstStyle>
            <a:lvl1pPr>
              <a:defRPr sz="1800" smtClean="0">
                <a:solidFill>
                  <a:schemeClr val="bg1"/>
                </a:solidFill>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31510527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lang="ja-JP" altLang="en-US" smtClean="0"/>
              <a:t>マスター タイトルの書式設定</a:t>
            </a:r>
            <a:endParaRPr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日付プレースホルダ 3"/>
          <p:cNvSpPr>
            <a:spLocks noGrp="1"/>
          </p:cNvSpPr>
          <p:nvPr>
            <p:ph type="dt" sz="half" idx="10"/>
          </p:nvPr>
        </p:nvSpPr>
        <p:spPr>
          <a:xfrm>
            <a:off x="457200" y="6308725"/>
            <a:ext cx="2133600" cy="365125"/>
          </a:xfrm>
        </p:spPr>
        <p:txBody>
          <a:bodyPr/>
          <a:lstStyle>
            <a:lvl1pPr>
              <a:defRPr sz="1800"/>
            </a:lvl1pPr>
          </a:lstStyle>
          <a:p>
            <a:fld id="{E90ED720-0104-4369-84BC-D37694168613}" type="datetimeFigureOut">
              <a:rPr kumimoji="1" lang="ja-JP" altLang="en-US" smtClean="0"/>
              <a:t>2017/5/8</a:t>
            </a:fld>
            <a:endParaRPr kumimoji="1" lang="ja-JP" altLang="en-US"/>
          </a:p>
        </p:txBody>
      </p:sp>
      <p:sp>
        <p:nvSpPr>
          <p:cNvPr id="5" name="フッター プレースホルダ 4"/>
          <p:cNvSpPr>
            <a:spLocks noGrp="1"/>
          </p:cNvSpPr>
          <p:nvPr>
            <p:ph type="ftr" sz="quarter" idx="11"/>
          </p:nvPr>
        </p:nvSpPr>
        <p:spPr>
          <a:xfrm>
            <a:off x="3124200" y="6308725"/>
            <a:ext cx="2895600" cy="365125"/>
          </a:xfrm>
        </p:spPr>
        <p:txBody>
          <a:bodyPr/>
          <a:lstStyle>
            <a:lvl1pPr>
              <a:defRPr sz="1800"/>
            </a:lvl1pPr>
          </a:lstStyle>
          <a:p>
            <a:endParaRPr kumimoji="1" lang="ja-JP" altLang="en-US"/>
          </a:p>
        </p:txBody>
      </p:sp>
      <p:sp>
        <p:nvSpPr>
          <p:cNvPr id="6" name="スライド番号プレースホルダ 5"/>
          <p:cNvSpPr>
            <a:spLocks noGrp="1"/>
          </p:cNvSpPr>
          <p:nvPr>
            <p:ph type="sldNum" sz="quarter" idx="12"/>
          </p:nvPr>
        </p:nvSpPr>
        <p:spPr>
          <a:xfrm>
            <a:off x="8172450" y="6308725"/>
            <a:ext cx="514350" cy="365125"/>
          </a:xfrm>
          <a:solidFill>
            <a:schemeClr val="tx2"/>
          </a:solidFill>
        </p:spPr>
        <p:txBody>
          <a:bodyPr/>
          <a:lstStyle>
            <a:lvl1pPr>
              <a:defRPr sz="1800" smtClean="0">
                <a:solidFill>
                  <a:schemeClr val="bg1"/>
                </a:solidFill>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22889647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タイトル、テキスト、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1143000"/>
          </a:xfrm>
        </p:spPr>
        <p:txBody>
          <a:bodyPr/>
          <a:lstStyle/>
          <a:p>
            <a:r>
              <a:rPr lang="ja-JP" altLang="en-US" smtClean="0"/>
              <a:t>マスター タイトルの書式設定</a:t>
            </a:r>
            <a:endParaRPr lang="ja-JP" altLang="en-US"/>
          </a:p>
        </p:txBody>
      </p:sp>
      <p:sp>
        <p:nvSpPr>
          <p:cNvPr id="3" name="テキスト プレースホルダー 2"/>
          <p:cNvSpPr>
            <a:spLocks noGrp="1"/>
          </p:cNvSpPr>
          <p:nvPr>
            <p:ph type="body" sz="half" idx="1"/>
          </p:nvPr>
        </p:nvSpPr>
        <p:spPr>
          <a:xfrm>
            <a:off x="457200" y="1600200"/>
            <a:ext cx="4038600" cy="4525963"/>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4" name="コンテンツ プレースホルダー 3"/>
          <p:cNvSpPr>
            <a:spLocks noGrp="1"/>
          </p:cNvSpPr>
          <p:nvPr>
            <p:ph sz="half" idx="2"/>
          </p:nvPr>
        </p:nvSpPr>
        <p:spPr>
          <a:xfrm>
            <a:off x="4648200" y="1600200"/>
            <a:ext cx="4038600" cy="4525963"/>
          </a:xfrm>
        </p:spPr>
        <p:txBody>
          <a:bodyPr/>
          <a:lstStyle/>
          <a:p>
            <a:pPr lvl="0"/>
            <a:r>
              <a:rPr lang="ja-JP" altLang="en-US" smtClean="0"/>
              <a:t>マスター テキストの書式設定</a:t>
            </a:r>
          </a:p>
          <a:p>
            <a:pPr lvl="1"/>
            <a:r>
              <a:rPr lang="ja-JP" altLang="en-US" smtClean="0"/>
              <a:t>第 </a:t>
            </a:r>
            <a:r>
              <a:rPr lang="en-US" altLang="ja-JP" smtClean="0"/>
              <a:t>2 </a:t>
            </a:r>
            <a:r>
              <a:rPr lang="ja-JP" altLang="en-US" smtClean="0"/>
              <a:t>レベル</a:t>
            </a:r>
          </a:p>
          <a:p>
            <a:pPr lvl="2"/>
            <a:r>
              <a:rPr lang="ja-JP" altLang="en-US" smtClean="0"/>
              <a:t>第 </a:t>
            </a:r>
            <a:r>
              <a:rPr lang="en-US" altLang="ja-JP" smtClean="0"/>
              <a:t>3 </a:t>
            </a:r>
            <a:r>
              <a:rPr lang="ja-JP" altLang="en-US" smtClean="0"/>
              <a:t>レベル</a:t>
            </a:r>
          </a:p>
          <a:p>
            <a:pPr lvl="3"/>
            <a:r>
              <a:rPr lang="ja-JP" altLang="en-US" smtClean="0"/>
              <a:t>第 </a:t>
            </a:r>
            <a:r>
              <a:rPr lang="en-US" altLang="ja-JP" smtClean="0"/>
              <a:t>4 </a:t>
            </a:r>
            <a:r>
              <a:rPr lang="ja-JP" altLang="en-US" smtClean="0"/>
              <a:t>レベル</a:t>
            </a:r>
          </a:p>
          <a:p>
            <a:pPr lvl="4"/>
            <a:r>
              <a:rPr lang="ja-JP" altLang="en-US" smtClean="0"/>
              <a:t>第 </a:t>
            </a:r>
            <a:r>
              <a:rPr lang="en-US" altLang="ja-JP" smtClean="0"/>
              <a:t>5 </a:t>
            </a:r>
            <a:r>
              <a:rPr lang="ja-JP" altLang="en-US" smtClean="0"/>
              <a:t>レベル</a:t>
            </a:r>
            <a:endParaRPr lang="ja-JP" altLang="en-US"/>
          </a:p>
        </p:txBody>
      </p:sp>
      <p:sp>
        <p:nvSpPr>
          <p:cNvPr id="5" name="日付プレースホルダー 4"/>
          <p:cNvSpPr>
            <a:spLocks noGrp="1"/>
          </p:cNvSpPr>
          <p:nvPr>
            <p:ph type="dt" sz="half" idx="10"/>
          </p:nvPr>
        </p:nvSpPr>
        <p:spPr>
          <a:xfrm>
            <a:off x="457200" y="6245225"/>
            <a:ext cx="2133600" cy="476250"/>
          </a:xfrm>
        </p:spPr>
        <p:txBody>
          <a:bodyPr/>
          <a:lstStyle>
            <a:lvl1pPr>
              <a:defRPr/>
            </a:lvl1pPr>
          </a:lstStyle>
          <a:p>
            <a:fld id="{E90ED720-0104-4369-84BC-D37694168613}" type="datetimeFigureOut">
              <a:rPr kumimoji="1" lang="ja-JP" altLang="en-US" smtClean="0"/>
              <a:t>2017/5/8</a:t>
            </a:fld>
            <a:endParaRPr kumimoji="1" lang="ja-JP" altLang="en-US"/>
          </a:p>
        </p:txBody>
      </p:sp>
      <p:sp>
        <p:nvSpPr>
          <p:cNvPr id="6" name="フッター プレースホルダー 5"/>
          <p:cNvSpPr>
            <a:spLocks noGrp="1"/>
          </p:cNvSpPr>
          <p:nvPr>
            <p:ph type="ftr" sz="quarter" idx="11"/>
          </p:nvPr>
        </p:nvSpPr>
        <p:spPr>
          <a:xfrm>
            <a:off x="3124200" y="6245225"/>
            <a:ext cx="2895600" cy="476250"/>
          </a:xfrm>
        </p:spPr>
        <p:txBody>
          <a:bodyPr/>
          <a:lstStyle>
            <a:lvl1pPr>
              <a:defRPr/>
            </a:lvl1pPr>
          </a:lstStyle>
          <a:p>
            <a:endParaRPr kumimoji="1" lang="ja-JP" altLang="en-US"/>
          </a:p>
        </p:txBody>
      </p:sp>
      <p:sp>
        <p:nvSpPr>
          <p:cNvPr id="7" name="スライド番号プレースホルダー 6"/>
          <p:cNvSpPr>
            <a:spLocks noGrp="1"/>
          </p:cNvSpPr>
          <p:nvPr>
            <p:ph type="sldNum" sz="quarter" idx="12"/>
          </p:nvPr>
        </p:nvSpPr>
        <p:spPr>
          <a:xfrm>
            <a:off x="6553200" y="6245225"/>
            <a:ext cx="2133600" cy="476250"/>
          </a:xfrm>
        </p:spPr>
        <p:txBody>
          <a:bodyPr/>
          <a:lstStyle>
            <a:lvl1pPr>
              <a:defRPr/>
            </a:lvl1pPr>
          </a:lstStyle>
          <a:p>
            <a:fld id="{D2D8002D-B5B0-4BAC-B1F6-782DDCCE6D9C}" type="slidenum">
              <a:rPr kumimoji="1" lang="ja-JP" altLang="en-US" smtClean="0"/>
              <a:t>‹#›</a:t>
            </a:fld>
            <a:endParaRPr kumimoji="1" lang="ja-JP" altLang="en-US"/>
          </a:p>
        </p:txBody>
      </p:sp>
    </p:spTree>
    <p:extLst>
      <p:ext uri="{BB962C8B-B14F-4D97-AF65-F5344CB8AC3E}">
        <p14:creationId xmlns:p14="http://schemas.microsoft.com/office/powerpoint/2010/main" val="947216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タイトル プレースホルダ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 タイトルの書式設定</a:t>
            </a:r>
          </a:p>
        </p:txBody>
      </p:sp>
      <p:sp>
        <p:nvSpPr>
          <p:cNvPr id="1027" name="テキスト プレースホルダ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t>2017/5/8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fld id="{D2D8002D-B5B0-4BAC-B1F6-782DDCCE6D9C}" type="slidenum">
              <a:rPr kumimoji="1" lang="ja-JP" altLang="en-US" smtClean="0"/>
              <a:t>‹#›</a:t>
            </a:fld>
            <a:endParaRPr kumimoji="1" lang="ja-JP"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Segoe UI" pitchFamily="34" charset="0"/>
          <a:ea typeface="メイリオ" pitchFamily="50" charset="-128"/>
        </a:defRPr>
      </a:lvl2pPr>
      <a:lvl3pPr algn="ctr" rtl="0" eaLnBrk="1" fontAlgn="base" hangingPunct="1">
        <a:spcBef>
          <a:spcPct val="0"/>
        </a:spcBef>
        <a:spcAft>
          <a:spcPct val="0"/>
        </a:spcAft>
        <a:defRPr kumimoji="1" sz="4400">
          <a:solidFill>
            <a:schemeClr val="tx1"/>
          </a:solidFill>
          <a:latin typeface="Segoe UI" pitchFamily="34" charset="0"/>
          <a:ea typeface="メイリオ" pitchFamily="50" charset="-128"/>
        </a:defRPr>
      </a:lvl3pPr>
      <a:lvl4pPr algn="ctr" rtl="0" eaLnBrk="1" fontAlgn="base" hangingPunct="1">
        <a:spcBef>
          <a:spcPct val="0"/>
        </a:spcBef>
        <a:spcAft>
          <a:spcPct val="0"/>
        </a:spcAft>
        <a:defRPr kumimoji="1" sz="4400">
          <a:solidFill>
            <a:schemeClr val="tx1"/>
          </a:solidFill>
          <a:latin typeface="Segoe UI" pitchFamily="34" charset="0"/>
          <a:ea typeface="メイリオ" pitchFamily="50" charset="-128"/>
        </a:defRPr>
      </a:lvl4pPr>
      <a:lvl5pPr algn="ctr" rtl="0" eaLnBrk="1" fontAlgn="base" hangingPunct="1">
        <a:spcBef>
          <a:spcPct val="0"/>
        </a:spcBef>
        <a:spcAft>
          <a:spcPct val="0"/>
        </a:spcAft>
        <a:defRPr kumimoji="1" sz="4400">
          <a:solidFill>
            <a:schemeClr val="tx1"/>
          </a:solidFill>
          <a:latin typeface="Segoe UI" pitchFamily="34" charset="0"/>
          <a:ea typeface="メイリオ" pitchFamily="50" charset="-128"/>
        </a:defRPr>
      </a:lvl5pPr>
      <a:lvl6pPr marL="457200" algn="ctr" rtl="0" eaLnBrk="1" fontAlgn="base" hangingPunct="1">
        <a:spcBef>
          <a:spcPct val="0"/>
        </a:spcBef>
        <a:spcAft>
          <a:spcPct val="0"/>
        </a:spcAft>
        <a:defRPr kumimoji="1" sz="4400">
          <a:solidFill>
            <a:schemeClr val="tx1"/>
          </a:solidFill>
          <a:latin typeface="Segoe UI" pitchFamily="34" charset="0"/>
          <a:ea typeface="メイリオ" pitchFamily="50" charset="-128"/>
        </a:defRPr>
      </a:lvl6pPr>
      <a:lvl7pPr marL="914400" algn="ctr" rtl="0" eaLnBrk="1" fontAlgn="base" hangingPunct="1">
        <a:spcBef>
          <a:spcPct val="0"/>
        </a:spcBef>
        <a:spcAft>
          <a:spcPct val="0"/>
        </a:spcAft>
        <a:defRPr kumimoji="1" sz="4400">
          <a:solidFill>
            <a:schemeClr val="tx1"/>
          </a:solidFill>
          <a:latin typeface="Segoe UI" pitchFamily="34" charset="0"/>
          <a:ea typeface="メイリオ" pitchFamily="50" charset="-128"/>
        </a:defRPr>
      </a:lvl7pPr>
      <a:lvl8pPr marL="1371600" algn="ctr" rtl="0" eaLnBrk="1" fontAlgn="base" hangingPunct="1">
        <a:spcBef>
          <a:spcPct val="0"/>
        </a:spcBef>
        <a:spcAft>
          <a:spcPct val="0"/>
        </a:spcAft>
        <a:defRPr kumimoji="1" sz="4400">
          <a:solidFill>
            <a:schemeClr val="tx1"/>
          </a:solidFill>
          <a:latin typeface="Segoe UI" pitchFamily="34" charset="0"/>
          <a:ea typeface="メイリオ" pitchFamily="50" charset="-128"/>
        </a:defRPr>
      </a:lvl8pPr>
      <a:lvl9pPr marL="1828800" algn="ctr" rtl="0" eaLnBrk="1" fontAlgn="base" hangingPunct="1">
        <a:spcBef>
          <a:spcPct val="0"/>
        </a:spcBef>
        <a:spcAft>
          <a:spcPct val="0"/>
        </a:spcAft>
        <a:defRPr kumimoji="1" sz="4400">
          <a:solidFill>
            <a:schemeClr val="tx1"/>
          </a:solidFill>
          <a:latin typeface="Segoe UI" pitchFamily="34" charset="0"/>
          <a:ea typeface="メイリオ"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en-US" altLang="ja-JP" dirty="0" smtClean="0"/>
              <a:t>Processing</a:t>
            </a:r>
            <a:r>
              <a:rPr kumimoji="1" lang="ja-JP" altLang="en-US" dirty="0" smtClean="0"/>
              <a:t>をはじめよう</a:t>
            </a:r>
            <a:endParaRPr kumimoji="1" lang="ja-JP" altLang="en-US" dirty="0"/>
          </a:p>
        </p:txBody>
      </p:sp>
      <p:sp>
        <p:nvSpPr>
          <p:cNvPr id="3" name="サブタイトル 2"/>
          <p:cNvSpPr>
            <a:spLocks noGrp="1"/>
          </p:cNvSpPr>
          <p:nvPr>
            <p:ph type="subTitle" idx="1"/>
          </p:nvPr>
        </p:nvSpPr>
        <p:spPr/>
        <p:txBody>
          <a:bodyPr/>
          <a:lstStyle/>
          <a:p>
            <a:r>
              <a:rPr kumimoji="1" lang="ja-JP" altLang="en-US" dirty="0" smtClean="0"/>
              <a:t>第</a:t>
            </a:r>
            <a:r>
              <a:rPr kumimoji="1" lang="en-US" altLang="ja-JP" dirty="0" smtClean="0"/>
              <a:t>5</a:t>
            </a:r>
            <a:r>
              <a:rPr kumimoji="1" lang="ja-JP" altLang="en-US" dirty="0" smtClean="0"/>
              <a:t>章</a:t>
            </a:r>
            <a:r>
              <a:rPr kumimoji="1" lang="ja-JP" altLang="en-US" dirty="0" smtClean="0"/>
              <a:t>　課題</a:t>
            </a:r>
            <a:r>
              <a:rPr kumimoji="1" lang="ja-JP" altLang="en-US" dirty="0" smtClean="0"/>
              <a:t>解答例</a:t>
            </a:r>
            <a:r>
              <a:rPr lang="en-US" altLang="ja-JP" dirty="0"/>
              <a:t>1</a:t>
            </a:r>
            <a:endParaRPr kumimoji="1" lang="en-US" altLang="ja-JP" dirty="0" smtClean="0"/>
          </a:p>
        </p:txBody>
      </p:sp>
    </p:spTree>
    <p:extLst>
      <p:ext uri="{BB962C8B-B14F-4D97-AF65-F5344CB8AC3E}">
        <p14:creationId xmlns:p14="http://schemas.microsoft.com/office/powerpoint/2010/main" val="3311338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latin typeface="Consolas" panose="020B0609020204030204" pitchFamily="49" charset="0"/>
              </a:rPr>
              <a:t>Kadai_05_01</a:t>
            </a:r>
            <a:endParaRPr kumimoji="1" lang="ja-JP" altLang="en-US" dirty="0">
              <a:latin typeface="Consolas" panose="020B0609020204030204" pitchFamily="49" charset="0"/>
            </a:endParaRPr>
          </a:p>
        </p:txBody>
      </p:sp>
      <p:sp>
        <p:nvSpPr>
          <p:cNvPr id="3" name="コンテンツ プレースホルダー 2"/>
          <p:cNvSpPr>
            <a:spLocks noGrp="1"/>
          </p:cNvSpPr>
          <p:nvPr>
            <p:ph idx="1"/>
          </p:nvPr>
        </p:nvSpPr>
        <p:spPr/>
        <p:txBody>
          <a:bodyPr/>
          <a:lstStyle/>
          <a:p>
            <a:r>
              <a:rPr lang="ja-JP" altLang="en-US" dirty="0"/>
              <a:t>条件式を</a:t>
            </a:r>
            <a:r>
              <a:rPr lang="ja-JP" altLang="en-US" dirty="0" smtClean="0"/>
              <a:t>書く</a:t>
            </a:r>
            <a:endParaRPr lang="en-US" altLang="ja-JP" dirty="0"/>
          </a:p>
          <a:p>
            <a:pPr marL="914400" lvl="1" indent="-514350">
              <a:buFont typeface="+mj-lt"/>
              <a:buAutoNum type="arabicPeriod"/>
            </a:pPr>
            <a:r>
              <a:rPr lang="ja-JP" altLang="en-US" dirty="0" smtClean="0"/>
              <a:t>変数 </a:t>
            </a:r>
            <a:r>
              <a:rPr lang="en-US" altLang="ja-JP" dirty="0"/>
              <a:t>a </a:t>
            </a:r>
            <a:r>
              <a:rPr lang="ja-JP" altLang="en-US" dirty="0"/>
              <a:t>が 変数 </a:t>
            </a:r>
            <a:r>
              <a:rPr lang="en-US" altLang="ja-JP" dirty="0"/>
              <a:t>b </a:t>
            </a:r>
            <a:r>
              <a:rPr lang="ja-JP" altLang="en-US" dirty="0"/>
              <a:t>より</a:t>
            </a:r>
            <a:r>
              <a:rPr lang="ja-JP" altLang="en-US" dirty="0" smtClean="0"/>
              <a:t>大きい</a:t>
            </a:r>
            <a:r>
              <a:rPr lang="en-US" altLang="ja-JP" dirty="0" smtClean="0"/>
              <a:t/>
            </a:r>
            <a:br>
              <a:rPr lang="en-US" altLang="ja-JP" dirty="0" smtClean="0"/>
            </a:br>
            <a:endParaRPr lang="en-US" altLang="ja-JP" dirty="0" smtClean="0"/>
          </a:p>
          <a:p>
            <a:pPr marL="914400" lvl="1" indent="-514350">
              <a:buFont typeface="+mj-lt"/>
              <a:buAutoNum type="arabicPeriod"/>
            </a:pPr>
            <a:endParaRPr lang="ja-JP" altLang="en-US" dirty="0"/>
          </a:p>
          <a:p>
            <a:pPr marL="914400" lvl="1" indent="-514350">
              <a:buFont typeface="+mj-lt"/>
              <a:buAutoNum type="arabicPeriod"/>
            </a:pPr>
            <a:r>
              <a:rPr lang="ja-JP" altLang="en-US" dirty="0"/>
              <a:t>変数 </a:t>
            </a:r>
            <a:r>
              <a:rPr lang="en-US" altLang="ja-JP" dirty="0"/>
              <a:t>x </a:t>
            </a:r>
            <a:r>
              <a:rPr lang="ja-JP" altLang="en-US" dirty="0"/>
              <a:t>が </a:t>
            </a:r>
            <a:r>
              <a:rPr lang="en-US" altLang="ja-JP" dirty="0"/>
              <a:t>10 </a:t>
            </a:r>
            <a:r>
              <a:rPr lang="ja-JP" altLang="en-US" dirty="0" smtClean="0"/>
              <a:t>以下</a:t>
            </a:r>
            <a:r>
              <a:rPr lang="en-US" altLang="ja-JP" dirty="0" smtClean="0"/>
              <a:t/>
            </a:r>
            <a:br>
              <a:rPr lang="en-US" altLang="ja-JP" dirty="0" smtClean="0"/>
            </a:br>
            <a:endParaRPr lang="en-US" altLang="ja-JP" dirty="0" smtClean="0"/>
          </a:p>
          <a:p>
            <a:pPr marL="914400" lvl="1" indent="-514350">
              <a:buFont typeface="+mj-lt"/>
              <a:buAutoNum type="arabicPeriod"/>
            </a:pPr>
            <a:endParaRPr lang="ja-JP" altLang="en-US" dirty="0"/>
          </a:p>
          <a:p>
            <a:pPr marL="914400" lvl="1" indent="-514350">
              <a:buFont typeface="+mj-lt"/>
              <a:buAutoNum type="arabicPeriod"/>
            </a:pPr>
            <a:r>
              <a:rPr lang="en-US" altLang="ja-JP" dirty="0" err="1"/>
              <a:t>keyPressed</a:t>
            </a:r>
            <a:r>
              <a:rPr lang="en-US" altLang="ja-JP" dirty="0"/>
              <a:t> </a:t>
            </a:r>
            <a:r>
              <a:rPr lang="ja-JP" altLang="en-US" dirty="0"/>
              <a:t>が </a:t>
            </a:r>
            <a:r>
              <a:rPr lang="en-US" altLang="ja-JP" dirty="0"/>
              <a:t>false </a:t>
            </a:r>
            <a:r>
              <a:rPr lang="ja-JP" altLang="en-US" dirty="0"/>
              <a:t>と等しく</a:t>
            </a:r>
            <a:r>
              <a:rPr lang="ja-JP" altLang="en-US" dirty="0" smtClean="0"/>
              <a:t>ない</a:t>
            </a:r>
            <a:r>
              <a:rPr lang="en-US" altLang="ja-JP" dirty="0" smtClean="0"/>
              <a:t/>
            </a:r>
            <a:br>
              <a:rPr lang="en-US" altLang="ja-JP" dirty="0" smtClean="0"/>
            </a:br>
            <a:endParaRPr lang="ja-JP" altLang="en-US" dirty="0"/>
          </a:p>
        </p:txBody>
      </p:sp>
      <p:sp>
        <p:nvSpPr>
          <p:cNvPr id="10" name="正方形/長方形 9"/>
          <p:cNvSpPr/>
          <p:nvPr/>
        </p:nvSpPr>
        <p:spPr>
          <a:xfrm>
            <a:off x="1335520" y="2390111"/>
            <a:ext cx="1170513" cy="523220"/>
          </a:xfrm>
          <a:prstGeom prst="rect">
            <a:avLst/>
          </a:prstGeom>
          <a:solidFill>
            <a:schemeClr val="accent5">
              <a:lumMod val="20000"/>
              <a:lumOff val="80000"/>
            </a:schemeClr>
          </a:solidFill>
          <a:ln>
            <a:noFill/>
          </a:ln>
        </p:spPr>
        <p:style>
          <a:lnRef idx="2">
            <a:schemeClr val="accent1"/>
          </a:lnRef>
          <a:fillRef idx="1">
            <a:schemeClr val="lt1"/>
          </a:fillRef>
          <a:effectRef idx="0">
            <a:schemeClr val="accent1"/>
          </a:effectRef>
          <a:fontRef idx="minor">
            <a:schemeClr val="dk1"/>
          </a:fontRef>
        </p:style>
        <p:txBody>
          <a:bodyPr wrap="none" rtlCol="0" anchor="ctr">
            <a:spAutoFit/>
          </a:bodyPr>
          <a:lstStyle/>
          <a:p>
            <a:pPr algn="ctr"/>
            <a:r>
              <a:rPr kumimoji="1" lang="en-US" altLang="ja-JP" sz="2800" dirty="0" smtClean="0">
                <a:latin typeface="Consolas" panose="020B0609020204030204" pitchFamily="49" charset="0"/>
              </a:rPr>
              <a:t>a &gt; b</a:t>
            </a:r>
            <a:endParaRPr kumimoji="1" lang="ja-JP" altLang="en-US" sz="2800" dirty="0" smtClean="0">
              <a:latin typeface="Consolas" panose="020B0609020204030204" pitchFamily="49" charset="0"/>
            </a:endParaRPr>
          </a:p>
        </p:txBody>
      </p:sp>
      <p:sp>
        <p:nvSpPr>
          <p:cNvPr id="12" name="正方形/長方形 11"/>
          <p:cNvSpPr/>
          <p:nvPr/>
        </p:nvSpPr>
        <p:spPr>
          <a:xfrm>
            <a:off x="1335520" y="3861048"/>
            <a:ext cx="1564851" cy="523220"/>
          </a:xfrm>
          <a:prstGeom prst="rect">
            <a:avLst/>
          </a:prstGeom>
          <a:solidFill>
            <a:schemeClr val="accent5">
              <a:lumMod val="20000"/>
              <a:lumOff val="80000"/>
            </a:schemeClr>
          </a:solidFill>
          <a:ln>
            <a:noFill/>
          </a:ln>
        </p:spPr>
        <p:style>
          <a:lnRef idx="2">
            <a:schemeClr val="accent1"/>
          </a:lnRef>
          <a:fillRef idx="1">
            <a:schemeClr val="lt1"/>
          </a:fillRef>
          <a:effectRef idx="0">
            <a:schemeClr val="accent1"/>
          </a:effectRef>
          <a:fontRef idx="minor">
            <a:schemeClr val="dk1"/>
          </a:fontRef>
        </p:style>
        <p:txBody>
          <a:bodyPr wrap="none" rtlCol="0" anchor="ctr">
            <a:spAutoFit/>
          </a:bodyPr>
          <a:lstStyle/>
          <a:p>
            <a:pPr algn="ctr"/>
            <a:r>
              <a:rPr kumimoji="1" lang="en-US" altLang="ja-JP" sz="2800" dirty="0" smtClean="0">
                <a:latin typeface="Consolas" panose="020B0609020204030204" pitchFamily="49" charset="0"/>
              </a:rPr>
              <a:t>x &lt;= 10</a:t>
            </a:r>
            <a:endParaRPr kumimoji="1" lang="ja-JP" altLang="en-US" sz="2800" dirty="0" smtClean="0">
              <a:latin typeface="Consolas" panose="020B0609020204030204" pitchFamily="49" charset="0"/>
            </a:endParaRPr>
          </a:p>
        </p:txBody>
      </p:sp>
      <p:sp>
        <p:nvSpPr>
          <p:cNvPr id="13" name="正方形/長方形 12"/>
          <p:cNvSpPr/>
          <p:nvPr/>
        </p:nvSpPr>
        <p:spPr>
          <a:xfrm>
            <a:off x="1335520" y="5508987"/>
            <a:ext cx="3930884" cy="523220"/>
          </a:xfrm>
          <a:prstGeom prst="rect">
            <a:avLst/>
          </a:prstGeom>
          <a:solidFill>
            <a:schemeClr val="accent5">
              <a:lumMod val="20000"/>
              <a:lumOff val="80000"/>
            </a:schemeClr>
          </a:solidFill>
          <a:ln>
            <a:noFill/>
          </a:ln>
        </p:spPr>
        <p:style>
          <a:lnRef idx="2">
            <a:schemeClr val="accent1"/>
          </a:lnRef>
          <a:fillRef idx="1">
            <a:schemeClr val="lt1"/>
          </a:fillRef>
          <a:effectRef idx="0">
            <a:schemeClr val="accent1"/>
          </a:effectRef>
          <a:fontRef idx="minor">
            <a:schemeClr val="dk1"/>
          </a:fontRef>
        </p:style>
        <p:txBody>
          <a:bodyPr wrap="none" rtlCol="0" anchor="ctr">
            <a:spAutoFit/>
          </a:bodyPr>
          <a:lstStyle/>
          <a:p>
            <a:pPr algn="ctr"/>
            <a:r>
              <a:rPr kumimoji="1" lang="en-US" altLang="ja-JP" sz="2800" dirty="0" err="1" smtClean="0">
                <a:latin typeface="Consolas" panose="020B0609020204030204" pitchFamily="49" charset="0"/>
              </a:rPr>
              <a:t>keyPressed</a:t>
            </a:r>
            <a:r>
              <a:rPr kumimoji="1" lang="en-US" altLang="ja-JP" sz="2800" dirty="0" smtClean="0">
                <a:latin typeface="Consolas" panose="020B0609020204030204" pitchFamily="49" charset="0"/>
              </a:rPr>
              <a:t> != false</a:t>
            </a:r>
            <a:endParaRPr kumimoji="1" lang="ja-JP" altLang="en-US" sz="2800" dirty="0" smtClean="0">
              <a:latin typeface="Consolas" panose="020B0609020204030204" pitchFamily="49" charset="0"/>
            </a:endParaRPr>
          </a:p>
        </p:txBody>
      </p:sp>
    </p:spTree>
    <p:extLst>
      <p:ext uri="{BB962C8B-B14F-4D97-AF65-F5344CB8AC3E}">
        <p14:creationId xmlns:p14="http://schemas.microsoft.com/office/powerpoint/2010/main" val="32966467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latin typeface="Consolas" panose="020B0609020204030204" pitchFamily="49" charset="0"/>
              </a:rPr>
              <a:t>Kadai_05_02</a:t>
            </a:r>
            <a:endParaRPr kumimoji="1" lang="ja-JP" altLang="en-US" dirty="0">
              <a:latin typeface="Consolas" panose="020B0609020204030204" pitchFamily="49" charset="0"/>
            </a:endParaRPr>
          </a:p>
        </p:txBody>
      </p:sp>
      <p:sp>
        <p:nvSpPr>
          <p:cNvPr id="3" name="コンテンツ プレースホルダー 2"/>
          <p:cNvSpPr>
            <a:spLocks noGrp="1"/>
          </p:cNvSpPr>
          <p:nvPr>
            <p:ph sz="half" idx="1"/>
          </p:nvPr>
        </p:nvSpPr>
        <p:spPr>
          <a:xfrm>
            <a:off x="457200" y="1341439"/>
            <a:ext cx="8363272" cy="1727522"/>
          </a:xfrm>
        </p:spPr>
        <p:txBody>
          <a:bodyPr/>
          <a:lstStyle/>
          <a:p>
            <a:r>
              <a:rPr lang="en-US" altLang="ja-JP" dirty="0"/>
              <a:t>Example 5-12 </a:t>
            </a:r>
            <a:r>
              <a:rPr lang="ja-JP" altLang="en-US" dirty="0"/>
              <a:t>を改良し、マウスボタンを押したら縦の線の色を白くするようにプログラムする</a:t>
            </a:r>
            <a:endParaRPr lang="ja-JP" altLang="en-US" dirty="0">
              <a:latin typeface="Consolas" panose="020B0609020204030204" pitchFamily="49" charset="0"/>
            </a:endParaRPr>
          </a:p>
        </p:txBody>
      </p:sp>
      <p:sp>
        <p:nvSpPr>
          <p:cNvPr id="4" name="コンテンツ プレースホルダー 3"/>
          <p:cNvSpPr>
            <a:spLocks noGrp="1"/>
          </p:cNvSpPr>
          <p:nvPr>
            <p:ph sz="half" idx="2"/>
          </p:nvPr>
        </p:nvSpPr>
        <p:spPr>
          <a:xfrm>
            <a:off x="752990" y="2348880"/>
            <a:ext cx="3819010" cy="4104456"/>
          </a:xfrm>
          <a:ln>
            <a:solidFill>
              <a:schemeClr val="tx1"/>
            </a:solidFill>
          </a:ln>
        </p:spPr>
        <p:txBody>
          <a:bodyPr>
            <a:normAutofit fontScale="92500" lnSpcReduction="10000"/>
          </a:bodyPr>
          <a:lstStyle/>
          <a:p>
            <a:pPr marL="0" indent="0">
              <a:buNone/>
            </a:pPr>
            <a:r>
              <a:rPr lang="en-US" altLang="ja-JP" sz="1800" dirty="0">
                <a:latin typeface="Consolas" panose="020B0609020204030204" pitchFamily="49" charset="0"/>
              </a:rPr>
              <a:t>void setup() {</a:t>
            </a:r>
          </a:p>
          <a:p>
            <a:pPr marL="0" indent="0">
              <a:buNone/>
            </a:pPr>
            <a:r>
              <a:rPr lang="en-US" altLang="ja-JP" sz="1800" dirty="0">
                <a:latin typeface="Consolas" panose="020B0609020204030204" pitchFamily="49" charset="0"/>
              </a:rPr>
              <a:t>  size(240, 120);</a:t>
            </a:r>
          </a:p>
          <a:p>
            <a:pPr marL="0" indent="0">
              <a:buNone/>
            </a:pPr>
            <a:r>
              <a:rPr lang="en-US" altLang="ja-JP" sz="1800" dirty="0">
                <a:latin typeface="Consolas" panose="020B0609020204030204" pitchFamily="49" charset="0"/>
              </a:rPr>
              <a:t>  </a:t>
            </a:r>
            <a:r>
              <a:rPr lang="en-US" altLang="ja-JP" sz="1800" dirty="0" err="1">
                <a:latin typeface="Consolas" panose="020B0609020204030204" pitchFamily="49" charset="0"/>
              </a:rPr>
              <a:t>strokeWeight</a:t>
            </a:r>
            <a:r>
              <a:rPr lang="en-US" altLang="ja-JP" sz="1800" dirty="0">
                <a:latin typeface="Consolas" panose="020B0609020204030204" pitchFamily="49" charset="0"/>
              </a:rPr>
              <a:t>(30);</a:t>
            </a:r>
          </a:p>
          <a:p>
            <a:pPr marL="0" indent="0">
              <a:buNone/>
            </a:pPr>
            <a:r>
              <a:rPr lang="en-US" altLang="ja-JP" sz="1800" dirty="0">
                <a:latin typeface="Consolas" panose="020B0609020204030204" pitchFamily="49" charset="0"/>
              </a:rPr>
              <a:t>}</a:t>
            </a:r>
          </a:p>
          <a:p>
            <a:pPr marL="0" indent="0">
              <a:buNone/>
            </a:pPr>
            <a:endParaRPr lang="en-US" altLang="ja-JP" sz="1800" dirty="0">
              <a:latin typeface="Consolas" panose="020B0609020204030204" pitchFamily="49" charset="0"/>
            </a:endParaRPr>
          </a:p>
          <a:p>
            <a:pPr marL="0" indent="0">
              <a:buNone/>
            </a:pPr>
            <a:r>
              <a:rPr lang="en-US" altLang="ja-JP" sz="1800" dirty="0">
                <a:latin typeface="Consolas" panose="020B0609020204030204" pitchFamily="49" charset="0"/>
              </a:rPr>
              <a:t>void draw() {</a:t>
            </a:r>
          </a:p>
          <a:p>
            <a:pPr marL="0" indent="0">
              <a:buNone/>
            </a:pPr>
            <a:r>
              <a:rPr lang="en-US" altLang="ja-JP" sz="1800" dirty="0">
                <a:latin typeface="Consolas" panose="020B0609020204030204" pitchFamily="49" charset="0"/>
              </a:rPr>
              <a:t>  background(204);</a:t>
            </a:r>
          </a:p>
          <a:p>
            <a:pPr marL="0" indent="0">
              <a:buNone/>
            </a:pPr>
            <a:r>
              <a:rPr lang="en-US" altLang="ja-JP" sz="1800" dirty="0">
                <a:latin typeface="Consolas" panose="020B0609020204030204" pitchFamily="49" charset="0"/>
              </a:rPr>
              <a:t>  stroke(102);</a:t>
            </a:r>
          </a:p>
          <a:p>
            <a:pPr marL="0" indent="0">
              <a:buNone/>
            </a:pPr>
            <a:r>
              <a:rPr lang="en-US" altLang="ja-JP" sz="1800" dirty="0">
                <a:latin typeface="Consolas" panose="020B0609020204030204" pitchFamily="49" charset="0"/>
              </a:rPr>
              <a:t>  line(0, 70, width, 50);</a:t>
            </a:r>
          </a:p>
          <a:p>
            <a:pPr marL="0" indent="0">
              <a:buNone/>
            </a:pPr>
            <a:r>
              <a:rPr lang="en-US" altLang="ja-JP" sz="1800" dirty="0">
                <a:latin typeface="Consolas" panose="020B0609020204030204" pitchFamily="49" charset="0"/>
              </a:rPr>
              <a:t>  if (</a:t>
            </a:r>
            <a:r>
              <a:rPr lang="en-US" altLang="ja-JP" sz="1800" dirty="0" err="1">
                <a:latin typeface="Consolas" panose="020B0609020204030204" pitchFamily="49" charset="0"/>
              </a:rPr>
              <a:t>mousePressed</a:t>
            </a:r>
            <a:r>
              <a:rPr lang="en-US" altLang="ja-JP" sz="1800" dirty="0">
                <a:latin typeface="Consolas" panose="020B0609020204030204" pitchFamily="49" charset="0"/>
              </a:rPr>
              <a:t> == true) {</a:t>
            </a:r>
          </a:p>
          <a:p>
            <a:pPr marL="0" indent="0">
              <a:buNone/>
            </a:pPr>
            <a:r>
              <a:rPr lang="en-US" altLang="ja-JP" sz="1800" dirty="0">
                <a:latin typeface="Consolas" panose="020B0609020204030204" pitchFamily="49" charset="0"/>
              </a:rPr>
              <a:t>    stroke(255);</a:t>
            </a:r>
          </a:p>
          <a:p>
            <a:pPr marL="0" indent="0">
              <a:buNone/>
            </a:pPr>
            <a:r>
              <a:rPr lang="en-US" altLang="ja-JP" sz="1800" dirty="0">
                <a:latin typeface="Consolas" panose="020B0609020204030204" pitchFamily="49" charset="0"/>
              </a:rPr>
              <a:t>  } </a:t>
            </a:r>
          </a:p>
          <a:p>
            <a:pPr marL="0" indent="0">
              <a:buNone/>
            </a:pPr>
            <a:r>
              <a:rPr lang="en-US" altLang="ja-JP" sz="1800" dirty="0">
                <a:latin typeface="Consolas" panose="020B0609020204030204" pitchFamily="49" charset="0"/>
              </a:rPr>
              <a:t>  line(40, 0, 70, height);</a:t>
            </a:r>
          </a:p>
          <a:p>
            <a:pPr marL="0" indent="0">
              <a:buNone/>
            </a:pPr>
            <a:r>
              <a:rPr lang="en-US" altLang="ja-JP" sz="1800" dirty="0" smtClean="0">
                <a:latin typeface="Consolas" panose="020B0609020204030204" pitchFamily="49" charset="0"/>
              </a:rPr>
              <a:t>}</a:t>
            </a:r>
            <a:endParaRPr kumimoji="1" lang="ja-JP" altLang="en-US" sz="1800" dirty="0">
              <a:latin typeface="Consolas" panose="020B0609020204030204" pitchFamily="49" charset="0"/>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112" y="2638426"/>
            <a:ext cx="2305050" cy="147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0112" y="4904953"/>
            <a:ext cx="2306637"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テキスト ボックス 7"/>
          <p:cNvSpPr txBox="1"/>
          <p:nvPr/>
        </p:nvSpPr>
        <p:spPr>
          <a:xfrm>
            <a:off x="5220072" y="4535621"/>
            <a:ext cx="2954655" cy="369332"/>
          </a:xfrm>
          <a:prstGeom prst="rect">
            <a:avLst/>
          </a:prstGeom>
          <a:noFill/>
        </p:spPr>
        <p:txBody>
          <a:bodyPr wrap="none" rtlCol="0">
            <a:spAutoFit/>
          </a:bodyPr>
          <a:lstStyle/>
          <a:p>
            <a:r>
              <a:rPr kumimoji="1" lang="ja-JP" altLang="en-US" dirty="0" smtClean="0"/>
              <a:t>マウスボタンを押した場合</a:t>
            </a:r>
            <a:endParaRPr kumimoji="1" lang="ja-JP" altLang="en-US" dirty="0"/>
          </a:p>
        </p:txBody>
      </p:sp>
      <p:sp>
        <p:nvSpPr>
          <p:cNvPr id="15" name="テキスト ボックス 14"/>
          <p:cNvSpPr txBox="1"/>
          <p:nvPr/>
        </p:nvSpPr>
        <p:spPr>
          <a:xfrm>
            <a:off x="5004048" y="2339588"/>
            <a:ext cx="3647152" cy="369332"/>
          </a:xfrm>
          <a:prstGeom prst="rect">
            <a:avLst/>
          </a:prstGeom>
          <a:noFill/>
        </p:spPr>
        <p:txBody>
          <a:bodyPr wrap="none" rtlCol="0">
            <a:spAutoFit/>
          </a:bodyPr>
          <a:lstStyle/>
          <a:p>
            <a:r>
              <a:rPr kumimoji="1" lang="ja-JP" altLang="en-US" dirty="0" smtClean="0"/>
              <a:t>マウスボタンを押していない場合</a:t>
            </a:r>
            <a:endParaRPr kumimoji="1" lang="ja-JP" altLang="en-US" dirty="0"/>
          </a:p>
        </p:txBody>
      </p:sp>
    </p:spTree>
    <p:extLst>
      <p:ext uri="{BB962C8B-B14F-4D97-AF65-F5344CB8AC3E}">
        <p14:creationId xmlns:p14="http://schemas.microsoft.com/office/powerpoint/2010/main" val="29374800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latin typeface="Consolas" panose="020B0609020204030204" pitchFamily="49" charset="0"/>
              </a:rPr>
              <a:t>Kadai_05_03</a:t>
            </a:r>
            <a:endParaRPr kumimoji="1" lang="ja-JP" altLang="en-US" dirty="0"/>
          </a:p>
        </p:txBody>
      </p:sp>
      <p:sp>
        <p:nvSpPr>
          <p:cNvPr id="5" name="コンテンツ プレースホルダー 4"/>
          <p:cNvSpPr>
            <a:spLocks noGrp="1"/>
          </p:cNvSpPr>
          <p:nvPr>
            <p:ph idx="1"/>
          </p:nvPr>
        </p:nvSpPr>
        <p:spPr/>
        <p:txBody>
          <a:bodyPr/>
          <a:lstStyle/>
          <a:p>
            <a:r>
              <a:rPr lang="en-US" altLang="ja-JP" dirty="0"/>
              <a:t>Example 5-12 </a:t>
            </a:r>
            <a:r>
              <a:rPr lang="ja-JP" altLang="en-US" dirty="0"/>
              <a:t>を改良し、マウス左ボタンを押したら</a:t>
            </a:r>
            <a:r>
              <a:rPr lang="en-US" altLang="ja-JP" dirty="0"/>
              <a:t>2</a:t>
            </a:r>
            <a:r>
              <a:rPr lang="ja-JP" altLang="en-US" dirty="0"/>
              <a:t>本の線の色を白く、マウス右ボタンを押したら</a:t>
            </a:r>
            <a:r>
              <a:rPr lang="en-US" altLang="ja-JP" dirty="0"/>
              <a:t>2</a:t>
            </a:r>
            <a:r>
              <a:rPr lang="ja-JP" altLang="en-US" dirty="0"/>
              <a:t>本の線を黒くするようにプログラムする</a:t>
            </a:r>
            <a:endParaRPr kumimoji="1" lang="ja-JP" altLang="en-US" dirty="0"/>
          </a:p>
        </p:txBody>
      </p:sp>
    </p:spTree>
    <p:extLst>
      <p:ext uri="{BB962C8B-B14F-4D97-AF65-F5344CB8AC3E}">
        <p14:creationId xmlns:p14="http://schemas.microsoft.com/office/powerpoint/2010/main" val="3154406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p:cNvSpPr>
            <a:spLocks noGrp="1"/>
          </p:cNvSpPr>
          <p:nvPr>
            <p:ph type="title"/>
          </p:nvPr>
        </p:nvSpPr>
        <p:spPr/>
        <p:txBody>
          <a:bodyPr/>
          <a:lstStyle/>
          <a:p>
            <a:r>
              <a:rPr lang="en-US" altLang="ja-JP" dirty="0">
                <a:latin typeface="Consolas" panose="020B0609020204030204" pitchFamily="49" charset="0"/>
              </a:rPr>
              <a:t>Kadai_05_03</a:t>
            </a:r>
            <a:endParaRPr kumimoji="1" lang="ja-JP" altLang="en-US" dirty="0"/>
          </a:p>
        </p:txBody>
      </p:sp>
      <p:sp>
        <p:nvSpPr>
          <p:cNvPr id="7" name="コンテンツ プレースホルダー 3"/>
          <p:cNvSpPr>
            <a:spLocks noGrp="1"/>
          </p:cNvSpPr>
          <p:nvPr>
            <p:ph idx="1"/>
          </p:nvPr>
        </p:nvSpPr>
        <p:spPr>
          <a:xfrm>
            <a:off x="457200" y="1268760"/>
            <a:ext cx="4114800" cy="5256584"/>
          </a:xfrm>
          <a:ln>
            <a:solidFill>
              <a:schemeClr val="tx1"/>
            </a:solidFill>
          </a:ln>
        </p:spPr>
        <p:txBody>
          <a:bodyPr>
            <a:normAutofit fontScale="85000" lnSpcReduction="20000"/>
          </a:bodyPr>
          <a:lstStyle/>
          <a:p>
            <a:pPr marL="0" indent="0">
              <a:buNone/>
            </a:pPr>
            <a:r>
              <a:rPr lang="en-US" altLang="ja-JP" sz="1800" dirty="0">
                <a:latin typeface="Consolas" panose="020B0609020204030204" pitchFamily="49" charset="0"/>
              </a:rPr>
              <a:t>void setup() {</a:t>
            </a:r>
          </a:p>
          <a:p>
            <a:pPr marL="0" indent="0">
              <a:buNone/>
            </a:pPr>
            <a:r>
              <a:rPr lang="en-US" altLang="ja-JP" sz="1800" dirty="0">
                <a:latin typeface="Consolas" panose="020B0609020204030204" pitchFamily="49" charset="0"/>
              </a:rPr>
              <a:t>  size(240, 120);</a:t>
            </a:r>
          </a:p>
          <a:p>
            <a:pPr marL="0" indent="0">
              <a:buNone/>
            </a:pPr>
            <a:r>
              <a:rPr lang="en-US" altLang="ja-JP" sz="1800" dirty="0">
                <a:latin typeface="Consolas" panose="020B0609020204030204" pitchFamily="49" charset="0"/>
              </a:rPr>
              <a:t>  </a:t>
            </a:r>
            <a:r>
              <a:rPr lang="en-US" altLang="ja-JP" sz="1800" dirty="0" err="1">
                <a:latin typeface="Consolas" panose="020B0609020204030204" pitchFamily="49" charset="0"/>
              </a:rPr>
              <a:t>strokeWeight</a:t>
            </a:r>
            <a:r>
              <a:rPr lang="en-US" altLang="ja-JP" sz="1800" dirty="0">
                <a:latin typeface="Consolas" panose="020B0609020204030204" pitchFamily="49" charset="0"/>
              </a:rPr>
              <a:t>(30);</a:t>
            </a:r>
          </a:p>
          <a:p>
            <a:pPr marL="0" indent="0">
              <a:buNone/>
            </a:pPr>
            <a:r>
              <a:rPr lang="en-US" altLang="ja-JP" sz="1800" dirty="0">
                <a:latin typeface="Consolas" panose="020B0609020204030204" pitchFamily="49" charset="0"/>
              </a:rPr>
              <a:t>}</a:t>
            </a:r>
          </a:p>
          <a:p>
            <a:pPr marL="0" indent="0">
              <a:buNone/>
            </a:pPr>
            <a:endParaRPr lang="en-US" altLang="ja-JP" sz="1800" dirty="0">
              <a:latin typeface="Consolas" panose="020B0609020204030204" pitchFamily="49" charset="0"/>
            </a:endParaRPr>
          </a:p>
          <a:p>
            <a:pPr marL="0" indent="0">
              <a:buNone/>
            </a:pPr>
            <a:r>
              <a:rPr lang="en-US" altLang="ja-JP" sz="1800" dirty="0">
                <a:latin typeface="Consolas" panose="020B0609020204030204" pitchFamily="49" charset="0"/>
              </a:rPr>
              <a:t>void draw() {</a:t>
            </a:r>
          </a:p>
          <a:p>
            <a:pPr marL="0" indent="0">
              <a:buNone/>
            </a:pPr>
            <a:r>
              <a:rPr lang="en-US" altLang="ja-JP" sz="1800" dirty="0">
                <a:latin typeface="Consolas" panose="020B0609020204030204" pitchFamily="49" charset="0"/>
              </a:rPr>
              <a:t>  background(204);</a:t>
            </a:r>
          </a:p>
          <a:p>
            <a:pPr marL="0" indent="0">
              <a:buNone/>
            </a:pPr>
            <a:r>
              <a:rPr lang="en-US" altLang="ja-JP" sz="1800" dirty="0">
                <a:latin typeface="Consolas" panose="020B0609020204030204" pitchFamily="49" charset="0"/>
              </a:rPr>
              <a:t>  stroke(102);</a:t>
            </a:r>
          </a:p>
          <a:p>
            <a:pPr marL="0" indent="0">
              <a:buNone/>
            </a:pPr>
            <a:endParaRPr lang="en-US" altLang="ja-JP" sz="1800" dirty="0">
              <a:latin typeface="Consolas" panose="020B0609020204030204" pitchFamily="49" charset="0"/>
            </a:endParaRPr>
          </a:p>
          <a:p>
            <a:pPr marL="0" indent="0">
              <a:buNone/>
            </a:pPr>
            <a:r>
              <a:rPr lang="en-US" altLang="ja-JP" sz="1800" dirty="0">
                <a:latin typeface="Consolas" panose="020B0609020204030204" pitchFamily="49" charset="0"/>
              </a:rPr>
              <a:t>  if(</a:t>
            </a:r>
            <a:r>
              <a:rPr lang="en-US" altLang="ja-JP" sz="1800" dirty="0" err="1">
                <a:latin typeface="Consolas" panose="020B0609020204030204" pitchFamily="49" charset="0"/>
              </a:rPr>
              <a:t>mousePressed</a:t>
            </a:r>
            <a:r>
              <a:rPr lang="en-US" altLang="ja-JP" sz="1800" dirty="0">
                <a:latin typeface="Consolas" panose="020B0609020204030204" pitchFamily="49" charset="0"/>
              </a:rPr>
              <a:t>){</a:t>
            </a:r>
          </a:p>
          <a:p>
            <a:pPr marL="0" indent="0">
              <a:buNone/>
            </a:pPr>
            <a:r>
              <a:rPr lang="en-US" altLang="ja-JP" sz="1800" dirty="0">
                <a:latin typeface="Consolas" panose="020B0609020204030204" pitchFamily="49" charset="0"/>
              </a:rPr>
              <a:t>    if(</a:t>
            </a:r>
            <a:r>
              <a:rPr lang="en-US" altLang="ja-JP" sz="1800" dirty="0" err="1">
                <a:latin typeface="Consolas" panose="020B0609020204030204" pitchFamily="49" charset="0"/>
              </a:rPr>
              <a:t>mouseButton</a:t>
            </a:r>
            <a:r>
              <a:rPr lang="en-US" altLang="ja-JP" sz="1800" dirty="0">
                <a:latin typeface="Consolas" panose="020B0609020204030204" pitchFamily="49" charset="0"/>
              </a:rPr>
              <a:t> == LEFT){</a:t>
            </a:r>
          </a:p>
          <a:p>
            <a:pPr marL="0" indent="0">
              <a:buNone/>
            </a:pPr>
            <a:r>
              <a:rPr lang="en-US" altLang="ja-JP" sz="1800" dirty="0">
                <a:latin typeface="Consolas" panose="020B0609020204030204" pitchFamily="49" charset="0"/>
              </a:rPr>
              <a:t>      stroke(255);</a:t>
            </a:r>
          </a:p>
          <a:p>
            <a:pPr marL="0" indent="0">
              <a:buNone/>
            </a:pPr>
            <a:r>
              <a:rPr lang="en-US" altLang="ja-JP" sz="1800" dirty="0">
                <a:latin typeface="Consolas" panose="020B0609020204030204" pitchFamily="49" charset="0"/>
              </a:rPr>
              <a:t>    } else if(</a:t>
            </a:r>
            <a:r>
              <a:rPr lang="en-US" altLang="ja-JP" sz="1800" dirty="0" err="1">
                <a:latin typeface="Consolas" panose="020B0609020204030204" pitchFamily="49" charset="0"/>
              </a:rPr>
              <a:t>mouseButton</a:t>
            </a:r>
            <a:r>
              <a:rPr lang="en-US" altLang="ja-JP" sz="1800" dirty="0">
                <a:latin typeface="Consolas" panose="020B0609020204030204" pitchFamily="49" charset="0"/>
              </a:rPr>
              <a:t> == RIGHT){</a:t>
            </a:r>
          </a:p>
          <a:p>
            <a:pPr marL="0" indent="0">
              <a:buNone/>
            </a:pPr>
            <a:r>
              <a:rPr lang="en-US" altLang="ja-JP" sz="1800" dirty="0">
                <a:latin typeface="Consolas" panose="020B0609020204030204" pitchFamily="49" charset="0"/>
              </a:rPr>
              <a:t>      stroke(0);</a:t>
            </a:r>
          </a:p>
          <a:p>
            <a:pPr marL="0" indent="0">
              <a:buNone/>
            </a:pPr>
            <a:r>
              <a:rPr lang="en-US" altLang="ja-JP" sz="1800" dirty="0">
                <a:latin typeface="Consolas" panose="020B0609020204030204" pitchFamily="49" charset="0"/>
              </a:rPr>
              <a:t>    }</a:t>
            </a:r>
          </a:p>
          <a:p>
            <a:pPr marL="0" indent="0">
              <a:buNone/>
            </a:pPr>
            <a:r>
              <a:rPr lang="en-US" altLang="ja-JP" sz="1800" dirty="0">
                <a:latin typeface="Consolas" panose="020B0609020204030204" pitchFamily="49" charset="0"/>
              </a:rPr>
              <a:t>  } else {</a:t>
            </a:r>
          </a:p>
          <a:p>
            <a:pPr marL="0" indent="0">
              <a:buNone/>
            </a:pPr>
            <a:r>
              <a:rPr lang="en-US" altLang="ja-JP" sz="1800" dirty="0">
                <a:latin typeface="Consolas" panose="020B0609020204030204" pitchFamily="49" charset="0"/>
              </a:rPr>
              <a:t>    stroke(102); </a:t>
            </a:r>
          </a:p>
          <a:p>
            <a:pPr marL="0" indent="0">
              <a:buNone/>
            </a:pPr>
            <a:r>
              <a:rPr lang="en-US" altLang="ja-JP" sz="1800" dirty="0">
                <a:latin typeface="Consolas" panose="020B0609020204030204" pitchFamily="49" charset="0"/>
              </a:rPr>
              <a:t>  </a:t>
            </a:r>
            <a:r>
              <a:rPr lang="en-US" altLang="ja-JP" sz="1800" dirty="0" smtClean="0">
                <a:latin typeface="Consolas" panose="020B0609020204030204" pitchFamily="49" charset="0"/>
              </a:rPr>
              <a:t>}</a:t>
            </a:r>
            <a:endParaRPr lang="en-US" altLang="ja-JP" sz="1800" dirty="0">
              <a:latin typeface="Consolas" panose="020B0609020204030204" pitchFamily="49" charset="0"/>
            </a:endParaRPr>
          </a:p>
          <a:p>
            <a:pPr marL="0" indent="0">
              <a:buNone/>
            </a:pPr>
            <a:r>
              <a:rPr lang="en-US" altLang="ja-JP" sz="1800" dirty="0">
                <a:latin typeface="Consolas" panose="020B0609020204030204" pitchFamily="49" charset="0"/>
              </a:rPr>
              <a:t>  </a:t>
            </a:r>
          </a:p>
          <a:p>
            <a:pPr marL="0" indent="0">
              <a:buNone/>
            </a:pPr>
            <a:r>
              <a:rPr lang="en-US" altLang="ja-JP" sz="1800" dirty="0">
                <a:latin typeface="Consolas" panose="020B0609020204030204" pitchFamily="49" charset="0"/>
              </a:rPr>
              <a:t>  line(40, 0, 70, height);</a:t>
            </a:r>
          </a:p>
          <a:p>
            <a:pPr marL="0" indent="0">
              <a:buNone/>
            </a:pPr>
            <a:r>
              <a:rPr lang="en-US" altLang="ja-JP" sz="1800" dirty="0">
                <a:latin typeface="Consolas" panose="020B0609020204030204" pitchFamily="49" charset="0"/>
              </a:rPr>
              <a:t>  line(0, 70, width, 50);</a:t>
            </a:r>
          </a:p>
          <a:p>
            <a:pPr marL="0" indent="0">
              <a:buNone/>
            </a:pPr>
            <a:r>
              <a:rPr lang="en-US" altLang="ja-JP" sz="1800" dirty="0">
                <a:latin typeface="Consolas" panose="020B0609020204030204" pitchFamily="49" charset="0"/>
              </a:rPr>
              <a:t>}</a:t>
            </a:r>
            <a:endParaRPr kumimoji="1" lang="ja-JP" altLang="en-US" sz="1800" dirty="0">
              <a:latin typeface="Consolas" panose="020B0609020204030204" pitchFamily="49" charset="0"/>
            </a:endParaRP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09745" y="1350060"/>
            <a:ext cx="2305050" cy="147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9744" y="3204625"/>
            <a:ext cx="2305050" cy="147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32298" y="5048969"/>
            <a:ext cx="2305050" cy="1476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2" name="テキスト ボックス 11"/>
          <p:cNvSpPr txBox="1"/>
          <p:nvPr/>
        </p:nvSpPr>
        <p:spPr>
          <a:xfrm>
            <a:off x="5269526" y="2852936"/>
            <a:ext cx="3185487" cy="369332"/>
          </a:xfrm>
          <a:prstGeom prst="rect">
            <a:avLst/>
          </a:prstGeom>
          <a:noFill/>
        </p:spPr>
        <p:txBody>
          <a:bodyPr wrap="none" rtlCol="0">
            <a:spAutoFit/>
          </a:bodyPr>
          <a:lstStyle/>
          <a:p>
            <a:r>
              <a:rPr kumimoji="1" lang="ja-JP" altLang="en-US" dirty="0" smtClean="0"/>
              <a:t>マウス左ボタンを押した場合</a:t>
            </a:r>
            <a:endParaRPr kumimoji="1" lang="ja-JP" altLang="en-US" dirty="0"/>
          </a:p>
        </p:txBody>
      </p:sp>
      <p:sp>
        <p:nvSpPr>
          <p:cNvPr id="13" name="テキスト ボックス 12"/>
          <p:cNvSpPr txBox="1"/>
          <p:nvPr/>
        </p:nvSpPr>
        <p:spPr>
          <a:xfrm>
            <a:off x="5038694" y="980728"/>
            <a:ext cx="3647152" cy="369332"/>
          </a:xfrm>
          <a:prstGeom prst="rect">
            <a:avLst/>
          </a:prstGeom>
          <a:noFill/>
        </p:spPr>
        <p:txBody>
          <a:bodyPr wrap="none" rtlCol="0">
            <a:spAutoFit/>
          </a:bodyPr>
          <a:lstStyle/>
          <a:p>
            <a:r>
              <a:rPr kumimoji="1" lang="ja-JP" altLang="en-US" dirty="0" smtClean="0"/>
              <a:t>マウスボタンを押していない場合</a:t>
            </a:r>
            <a:endParaRPr kumimoji="1" lang="ja-JP" altLang="en-US" dirty="0"/>
          </a:p>
        </p:txBody>
      </p:sp>
      <p:sp>
        <p:nvSpPr>
          <p:cNvPr id="15" name="テキスト ボックス 14"/>
          <p:cNvSpPr txBox="1"/>
          <p:nvPr/>
        </p:nvSpPr>
        <p:spPr>
          <a:xfrm>
            <a:off x="5292080" y="4737169"/>
            <a:ext cx="3185487" cy="369332"/>
          </a:xfrm>
          <a:prstGeom prst="rect">
            <a:avLst/>
          </a:prstGeom>
          <a:noFill/>
        </p:spPr>
        <p:txBody>
          <a:bodyPr wrap="none" rtlCol="0">
            <a:spAutoFit/>
          </a:bodyPr>
          <a:lstStyle/>
          <a:p>
            <a:r>
              <a:rPr kumimoji="1" lang="ja-JP" altLang="en-US" dirty="0" smtClean="0"/>
              <a:t>マウス右ボタンを押した場合</a:t>
            </a:r>
            <a:endParaRPr kumimoji="1" lang="ja-JP" altLang="en-US" dirty="0"/>
          </a:p>
        </p:txBody>
      </p:sp>
    </p:spTree>
    <p:extLst>
      <p:ext uri="{BB962C8B-B14F-4D97-AF65-F5344CB8AC3E}">
        <p14:creationId xmlns:p14="http://schemas.microsoft.com/office/powerpoint/2010/main" val="1592693097"/>
      </p:ext>
    </p:extLst>
  </p:cSld>
  <p:clrMapOvr>
    <a:masterClrMapping/>
  </p:clrMapOvr>
</p:sld>
</file>

<file path=ppt/theme/theme1.xml><?xml version="1.0" encoding="utf-8"?>
<a:theme xmlns:a="http://schemas.openxmlformats.org/drawingml/2006/main" name="テーマ1">
  <a:themeElements>
    <a:clrScheme name="橋本研究室配色パターン１">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プログラム教材用">
      <a:majorFont>
        <a:latin typeface="Consolas"/>
        <a:ea typeface="メイリオ"/>
        <a:cs typeface=""/>
      </a:majorFont>
      <a:minorFont>
        <a:latin typeface="Consolas"/>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wrap="none" rtlCol="0" anchor="ctr">
        <a:spAutoFit/>
      </a:bodyPr>
      <a:lstStyle>
        <a:defPPr>
          <a:defRPr kumimoji="1" dirty="0" smtClean="0">
            <a:latin typeface="Consolas" panose="020B0609020204030204" pitchFamily="49" charset="0"/>
          </a:defRPr>
        </a:defPPr>
      </a:lstStyle>
      <a:style>
        <a:lnRef idx="2">
          <a:schemeClr val="accent1"/>
        </a:lnRef>
        <a:fillRef idx="1">
          <a:schemeClr val="lt1"/>
        </a:fillRef>
        <a:effectRef idx="0">
          <a:schemeClr val="accent1"/>
        </a:effectRef>
        <a:fontRef idx="minor">
          <a:schemeClr val="dk1"/>
        </a:fontRef>
      </a:style>
    </a:sp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446</TotalTime>
  <Words>241</Words>
  <Application>Microsoft Office PowerPoint</Application>
  <PresentationFormat>画面に合わせる (4:3)</PresentationFormat>
  <Paragraphs>58</Paragraphs>
  <Slides>5</Slides>
  <Notes>0</Notes>
  <HiddenSlides>0</HiddenSlides>
  <MMClips>0</MMClips>
  <ScaleCrop>false</ScaleCrop>
  <HeadingPairs>
    <vt:vector size="4" baseType="variant">
      <vt:variant>
        <vt:lpstr>テーマ</vt:lpstr>
      </vt:variant>
      <vt:variant>
        <vt:i4>1</vt:i4>
      </vt:variant>
      <vt:variant>
        <vt:lpstr>スライド タイトル</vt:lpstr>
      </vt:variant>
      <vt:variant>
        <vt:i4>5</vt:i4>
      </vt:variant>
    </vt:vector>
  </HeadingPairs>
  <TitlesOfParts>
    <vt:vector size="6" baseType="lpstr">
      <vt:lpstr>テーマ1</vt:lpstr>
      <vt:lpstr>Processingをはじめよう</vt:lpstr>
      <vt:lpstr>Kadai_05_01</vt:lpstr>
      <vt:lpstr>Kadai_05_02</vt:lpstr>
      <vt:lpstr>Kadai_05_03</vt:lpstr>
      <vt:lpstr>Kadai_05_03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Processingをはじめよう</dc:title>
  <dc:creator>橋本恭能</dc:creator>
  <cp:lastModifiedBy>橋本恭能</cp:lastModifiedBy>
  <cp:revision>62</cp:revision>
  <dcterms:created xsi:type="dcterms:W3CDTF">2017-04-10T07:32:21Z</dcterms:created>
  <dcterms:modified xsi:type="dcterms:W3CDTF">2017-05-08T07:45:47Z</dcterms:modified>
</cp:coreProperties>
</file>